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RIST 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Noto Sans CJK KR"/>
              </a:rPr>
              <a:t>한글 미리보기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NanumGothic"/>
              </a:rPr>
              <a:t>시료명: 검증시료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algun Gothic"/>
              </a:rPr>
              <a:t>두께: 2.50 nm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