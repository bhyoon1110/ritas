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4775" r:id="rId1"/>
  </p:sldMasterIdLst>
  <p:notesMasterIdLst>
    <p:notesMasterId r:id="rId23"/>
  </p:notesMasterIdLst>
  <p:handoutMasterIdLst>
    <p:handoutMasterId r:id="rId24"/>
  </p:handoutMasterIdLst>
  <p:sldIdLst>
    <p:sldId id="4067" r:id="rId2"/>
    <p:sldId id="4071" r:id="rId3"/>
    <p:sldId id="4072" r:id="rId4"/>
    <p:sldId id="4073" r:id="rId5"/>
    <p:sldId id="4068" r:id="rId6"/>
    <p:sldId id="4063" r:id="rId7"/>
    <p:sldId id="4065" r:id="rId8"/>
    <p:sldId id="4052" r:id="rId9"/>
    <p:sldId id="4053" r:id="rId10"/>
    <p:sldId id="4055" r:id="rId11"/>
    <p:sldId id="4058" r:id="rId12"/>
    <p:sldId id="4054" r:id="rId13"/>
    <p:sldId id="4056" r:id="rId14"/>
    <p:sldId id="4062" r:id="rId15"/>
    <p:sldId id="4064" r:id="rId16"/>
    <p:sldId id="4066" r:id="rId17"/>
    <p:sldId id="4057" r:id="rId18"/>
    <p:sldId id="4059" r:id="rId19"/>
    <p:sldId id="4060" r:id="rId20"/>
    <p:sldId id="4041" r:id="rId21"/>
    <p:sldId id="4045" r:id="rId22"/>
  </p:sldIdLst>
  <p:sldSz cx="9906000" cy="6858000" type="A4"/>
  <p:notesSz cx="6797675" cy="9926638"/>
  <p:defaultTextStyle>
    <a:defPPr>
      <a:defRPr lang="ko-KR"/>
    </a:defPPr>
    <a:lvl1pPr marL="0" algn="l" defTabSz="914192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097" algn="l" defTabSz="914192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192" algn="l" defTabSz="914192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289" algn="l" defTabSz="914192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384" algn="l" defTabSz="914192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480" algn="l" defTabSz="914192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576" algn="l" defTabSz="914192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672" algn="l" defTabSz="914192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768" algn="l" defTabSz="914192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436" userDrawn="1">
          <p15:clr>
            <a:srgbClr val="A4A3A4"/>
          </p15:clr>
        </p15:guide>
        <p15:guide id="4" orient="horz" pos="2160" userDrawn="1">
          <p15:clr>
            <a:srgbClr val="A4A3A4"/>
          </p15:clr>
        </p15:guide>
        <p15:guide id="9" pos="3120" userDrawn="1">
          <p15:clr>
            <a:srgbClr val="A4A3A4"/>
          </p15:clr>
        </p15:guide>
        <p15:guide id="10" pos="2258" userDrawn="1">
          <p15:clr>
            <a:srgbClr val="A4A3A4"/>
          </p15:clr>
        </p15:guide>
        <p15:guide id="11" orient="horz" pos="804" userDrawn="1">
          <p15:clr>
            <a:srgbClr val="A4A3A4"/>
          </p15:clr>
        </p15:guide>
        <p15:guide id="12" orient="horz" pos="3612" userDrawn="1">
          <p15:clr>
            <a:srgbClr val="A4A3A4"/>
          </p15:clr>
        </p15:guide>
        <p15:guide id="13" pos="3871" userDrawn="1">
          <p15:clr>
            <a:srgbClr val="A4A3A4"/>
          </p15:clr>
        </p15:guide>
        <p15:guide id="14" pos="1532" userDrawn="1">
          <p15:clr>
            <a:srgbClr val="A4A3A4"/>
          </p15:clr>
        </p15:guide>
        <p15:guide id="15" pos="4708" userDrawn="1">
          <p15:clr>
            <a:srgbClr val="A4A3A4"/>
          </p15:clr>
        </p15:guide>
        <p15:guide id="17" pos="50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IST" initials="R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51EF"/>
    <a:srgbClr val="0000CC"/>
    <a:srgbClr val="33CC33"/>
    <a:srgbClr val="0000FF"/>
    <a:srgbClr val="3333FF"/>
    <a:srgbClr val="006699"/>
    <a:srgbClr val="FF00FF"/>
    <a:srgbClr val="E7F6FD"/>
    <a:srgbClr val="1776A6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05" autoAdjust="0"/>
    <p:restoredTop sz="95981" autoAdjust="0"/>
  </p:normalViewPr>
  <p:slideViewPr>
    <p:cSldViewPr>
      <p:cViewPr varScale="1">
        <p:scale>
          <a:sx n="109" d="100"/>
          <a:sy n="109" d="100"/>
        </p:scale>
        <p:origin x="1878" y="84"/>
      </p:cViewPr>
      <p:guideLst>
        <p:guide orient="horz" pos="436"/>
        <p:guide orient="horz" pos="2160"/>
        <p:guide pos="3120"/>
        <p:guide pos="2258"/>
        <p:guide orient="horz" pos="804"/>
        <p:guide orient="horz" pos="3612"/>
        <p:guide pos="3871"/>
        <p:guide pos="1532"/>
        <p:guide pos="4708"/>
        <p:guide pos="507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17580"/>
    </p:cViewPr>
  </p:sorterViewPr>
  <p:notesViewPr>
    <p:cSldViewPr>
      <p:cViewPr varScale="1">
        <p:scale>
          <a:sx n="79" d="100"/>
          <a:sy n="79" d="100"/>
        </p:scale>
        <p:origin x="4038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7AA80D-FD40-4E4E-93D8-B40C1EAC9B93}" type="datetimeFigureOut">
              <a:rPr lang="ko-KR" altLang="en-US" smtClean="0"/>
              <a:pPr/>
              <a:t>2026-07-08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C5870D-1433-4AFE-B5C1-C333D977DB6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6939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BC7A6A-A469-4541-9CB1-8537BE3BC268}" type="datetimeFigureOut">
              <a:rPr lang="ko-KR" altLang="en-US" smtClean="0"/>
              <a:pPr/>
              <a:t>2026-07-08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7527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6B594D-08A6-4084-807A-6B0BA3B7E55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34687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19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097" algn="l" defTabSz="91419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192" algn="l" defTabSz="91419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289" algn="l" defTabSz="91419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384" algn="l" defTabSz="91419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480" algn="l" defTabSz="91419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576" algn="l" defTabSz="91419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672" algn="l" defTabSz="91419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768" algn="l" defTabSz="91419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B594D-08A6-4084-807A-6B0BA3B7E555}" type="slidenum">
              <a:rPr lang="ko-KR" altLang="en-US" smtClean="0"/>
              <a:pPr/>
              <a:t>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4893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B594D-08A6-4084-807A-6B0BA3B7E555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13013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B594D-08A6-4084-807A-6B0BA3B7E555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551024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B594D-08A6-4084-807A-6B0BA3B7E555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14129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B594D-08A6-4084-807A-6B0BA3B7E555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638921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B594D-08A6-4084-807A-6B0BA3B7E555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587088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B594D-08A6-4084-807A-6B0BA3B7E555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484794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B594D-08A6-4084-807A-6B0BA3B7E555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98227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B594D-08A6-4084-807A-6B0BA3B7E555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058965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B594D-08A6-4084-807A-6B0BA3B7E555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057394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B594D-08A6-4084-807A-6B0BA3B7E555}" type="slidenum">
              <a:rPr lang="ko-KR" altLang="en-US" smtClean="0"/>
              <a:pPr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890320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B594D-08A6-4084-807A-6B0BA3B7E555}" type="slidenum">
              <a:rPr lang="ko-KR" altLang="en-US" smtClean="0"/>
              <a:pPr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771581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6B594D-08A6-4084-807A-6B0BA3B7E555}" type="slidenum">
              <a:rPr lang="ko-KR" altLang="en-US" smtClean="0"/>
              <a:pPr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32782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B3"/>
          <p:cNvPicPr preferRelativeResize="0">
            <a:picLocks noChangeArrowheads="1"/>
          </p:cNvPicPr>
          <p:nvPr userDrawn="1"/>
        </p:nvPicPr>
        <p:blipFill>
          <a:blip r:embed="rId2" cstate="print"/>
          <a:srcRect b="88292"/>
          <a:stretch>
            <a:fillRect/>
          </a:stretch>
        </p:blipFill>
        <p:spPr bwMode="auto">
          <a:xfrm flipH="1">
            <a:off x="4" y="-3176"/>
            <a:ext cx="9906000" cy="684000"/>
          </a:xfrm>
          <a:prstGeom prst="rect">
            <a:avLst/>
          </a:prstGeom>
          <a:noFill/>
        </p:spPr>
      </p:pic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D7245C8-2D51-4A09-B8B4-D1ABF2FFF1E0}"/>
              </a:ext>
            </a:extLst>
          </p:cNvPr>
          <p:cNvSpPr txBox="1">
            <a:spLocks/>
          </p:cNvSpPr>
          <p:nvPr userDrawn="1"/>
        </p:nvSpPr>
        <p:spPr>
          <a:xfrm>
            <a:off x="3801838" y="6621845"/>
            <a:ext cx="2311400" cy="238061"/>
          </a:xfrm>
          <a:prstGeom prst="rect">
            <a:avLst/>
          </a:prstGeom>
        </p:spPr>
        <p:txBody>
          <a:bodyPr anchor="ctr" anchorCtr="0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7CCFBEEE-D6C8-410C-9C6E-7C652BF3C033}" type="slidenum">
              <a:rPr lang="ko-KR" altLang="en-US" sz="1050" b="1" smtClean="0">
                <a:solidFill>
                  <a:schemeClr val="bg1">
                    <a:lumMod val="65000"/>
                  </a:schemeClr>
                </a:solidFill>
              </a:rPr>
              <a:pPr algn="ctr"/>
              <a:t>‹#›</a:t>
            </a:fld>
            <a:r>
              <a:rPr lang="ko-KR" altLang="en-US" sz="1050" b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1050" b="1" dirty="0">
                <a:solidFill>
                  <a:schemeClr val="bg1">
                    <a:lumMod val="65000"/>
                  </a:schemeClr>
                </a:solidFill>
              </a:rPr>
              <a:t>/ 22</a:t>
            </a:r>
            <a:endParaRPr lang="ko-KR" altLang="en-US" sz="105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1735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A2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15552" y="-27384"/>
            <a:ext cx="9921552" cy="688538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33239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3741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82" r:id="rId1"/>
    <p:sldLayoutId id="2147484788" r:id="rId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tiff"/><Relationship Id="rId3" Type="http://schemas.openxmlformats.org/officeDocument/2006/relationships/image" Target="../media/image3.tiff"/><Relationship Id="rId7" Type="http://schemas.openxmlformats.org/officeDocument/2006/relationships/image" Target="../media/image7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tiff"/><Relationship Id="rId5" Type="http://schemas.openxmlformats.org/officeDocument/2006/relationships/image" Target="../media/image5.tiff"/><Relationship Id="rId10" Type="http://schemas.openxmlformats.org/officeDocument/2006/relationships/image" Target="../media/image10.tiff"/><Relationship Id="rId4" Type="http://schemas.openxmlformats.org/officeDocument/2006/relationships/image" Target="../media/image4.tiff"/><Relationship Id="rId9" Type="http://schemas.openxmlformats.org/officeDocument/2006/relationships/image" Target="../media/image9.tif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tiff"/><Relationship Id="rId3" Type="http://schemas.openxmlformats.org/officeDocument/2006/relationships/image" Target="../media/image12.tiff"/><Relationship Id="rId7" Type="http://schemas.openxmlformats.org/officeDocument/2006/relationships/image" Target="../media/image16.tiff"/><Relationship Id="rId2" Type="http://schemas.openxmlformats.org/officeDocument/2006/relationships/image" Target="../media/image11.tif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tiff"/><Relationship Id="rId5" Type="http://schemas.openxmlformats.org/officeDocument/2006/relationships/image" Target="../media/image14.tiff"/><Relationship Id="rId4" Type="http://schemas.openxmlformats.org/officeDocument/2006/relationships/image" Target="../media/image13.tiff"/><Relationship Id="rId9" Type="http://schemas.openxmlformats.org/officeDocument/2006/relationships/image" Target="../media/image18.tif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tiff"/><Relationship Id="rId3" Type="http://schemas.openxmlformats.org/officeDocument/2006/relationships/image" Target="../media/image20.tiff"/><Relationship Id="rId7" Type="http://schemas.openxmlformats.org/officeDocument/2006/relationships/image" Target="../media/image24.tiff"/><Relationship Id="rId2" Type="http://schemas.openxmlformats.org/officeDocument/2006/relationships/image" Target="../media/image19.tif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tiff"/><Relationship Id="rId5" Type="http://schemas.openxmlformats.org/officeDocument/2006/relationships/image" Target="../media/image22.tiff"/><Relationship Id="rId4" Type="http://schemas.openxmlformats.org/officeDocument/2006/relationships/image" Target="../media/image21.tiff"/><Relationship Id="rId9" Type="http://schemas.openxmlformats.org/officeDocument/2006/relationships/image" Target="../media/image26.tif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tiff"/><Relationship Id="rId2" Type="http://schemas.openxmlformats.org/officeDocument/2006/relationships/image" Target="../media/image27.tif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tiff"/><Relationship Id="rId4" Type="http://schemas.openxmlformats.org/officeDocument/2006/relationships/image" Target="../media/image29.tif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tiff"/><Relationship Id="rId3" Type="http://schemas.openxmlformats.org/officeDocument/2006/relationships/image" Target="../media/image31.tiff"/><Relationship Id="rId7" Type="http://schemas.openxmlformats.org/officeDocument/2006/relationships/image" Target="../media/image35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tiff"/><Relationship Id="rId5" Type="http://schemas.openxmlformats.org/officeDocument/2006/relationships/image" Target="../media/image33.tiff"/><Relationship Id="rId10" Type="http://schemas.openxmlformats.org/officeDocument/2006/relationships/image" Target="../media/image38.tiff"/><Relationship Id="rId4" Type="http://schemas.openxmlformats.org/officeDocument/2006/relationships/image" Target="../media/image32.tiff"/><Relationship Id="rId9" Type="http://schemas.openxmlformats.org/officeDocument/2006/relationships/image" Target="../media/image37.tif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tiff"/><Relationship Id="rId3" Type="http://schemas.openxmlformats.org/officeDocument/2006/relationships/image" Target="../media/image31.tiff"/><Relationship Id="rId7" Type="http://schemas.openxmlformats.org/officeDocument/2006/relationships/image" Target="../media/image35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tiff"/><Relationship Id="rId5" Type="http://schemas.openxmlformats.org/officeDocument/2006/relationships/image" Target="../media/image33.tiff"/><Relationship Id="rId10" Type="http://schemas.openxmlformats.org/officeDocument/2006/relationships/image" Target="../media/image38.tiff"/><Relationship Id="rId4" Type="http://schemas.openxmlformats.org/officeDocument/2006/relationships/image" Target="../media/image32.tiff"/><Relationship Id="rId9" Type="http://schemas.openxmlformats.org/officeDocument/2006/relationships/image" Target="../media/image37.tif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tiff"/><Relationship Id="rId3" Type="http://schemas.openxmlformats.org/officeDocument/2006/relationships/image" Target="../media/image39.tiff"/><Relationship Id="rId7" Type="http://schemas.openxmlformats.org/officeDocument/2006/relationships/image" Target="../media/image43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tiff"/><Relationship Id="rId5" Type="http://schemas.openxmlformats.org/officeDocument/2006/relationships/image" Target="../media/image41.tiff"/><Relationship Id="rId10" Type="http://schemas.openxmlformats.org/officeDocument/2006/relationships/image" Target="../media/image46.tiff"/><Relationship Id="rId4" Type="http://schemas.openxmlformats.org/officeDocument/2006/relationships/image" Target="../media/image40.tiff"/><Relationship Id="rId9" Type="http://schemas.openxmlformats.org/officeDocument/2006/relationships/image" Target="../media/image45.tif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73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tiff"/><Relationship Id="rId3" Type="http://schemas.openxmlformats.org/officeDocument/2006/relationships/image" Target="../media/image74.tiff"/><Relationship Id="rId7" Type="http://schemas.openxmlformats.org/officeDocument/2006/relationships/image" Target="../media/image78.tif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tiff"/><Relationship Id="rId5" Type="http://schemas.openxmlformats.org/officeDocument/2006/relationships/image" Target="../media/image76.tiff"/><Relationship Id="rId4" Type="http://schemas.openxmlformats.org/officeDocument/2006/relationships/image" Target="../media/image75.tiff"/><Relationship Id="rId9" Type="http://schemas.openxmlformats.org/officeDocument/2006/relationships/image" Target="../media/image80.tif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tiff"/><Relationship Id="rId3" Type="http://schemas.openxmlformats.org/officeDocument/2006/relationships/image" Target="../media/image81.tiff"/><Relationship Id="rId7" Type="http://schemas.openxmlformats.org/officeDocument/2006/relationships/image" Target="../media/image85.tif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4.tiff"/><Relationship Id="rId5" Type="http://schemas.openxmlformats.org/officeDocument/2006/relationships/image" Target="../media/image83.tiff"/><Relationship Id="rId4" Type="http://schemas.openxmlformats.org/officeDocument/2006/relationships/image" Target="../media/image82.tiff"/><Relationship Id="rId9" Type="http://schemas.openxmlformats.org/officeDocument/2006/relationships/image" Target="../media/image87.tif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image" Target="../media/image88.png"/><Relationship Id="rId7" Type="http://schemas.openxmlformats.org/officeDocument/2006/relationships/image" Target="../media/image9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Relationship Id="rId9" Type="http://schemas.openxmlformats.org/officeDocument/2006/relationships/image" Target="../media/image9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tiff"/><Relationship Id="rId13" Type="http://schemas.openxmlformats.org/officeDocument/2006/relationships/image" Target="../media/image109.tiff"/><Relationship Id="rId3" Type="http://schemas.openxmlformats.org/officeDocument/2006/relationships/image" Target="../media/image99.tiff"/><Relationship Id="rId7" Type="http://schemas.openxmlformats.org/officeDocument/2006/relationships/image" Target="../media/image103.tiff"/><Relationship Id="rId12" Type="http://schemas.openxmlformats.org/officeDocument/2006/relationships/image" Target="../media/image108.tiff"/><Relationship Id="rId2" Type="http://schemas.openxmlformats.org/officeDocument/2006/relationships/image" Target="../media/image98.tif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.tiff"/><Relationship Id="rId11" Type="http://schemas.openxmlformats.org/officeDocument/2006/relationships/image" Target="../media/image107.tiff"/><Relationship Id="rId5" Type="http://schemas.openxmlformats.org/officeDocument/2006/relationships/image" Target="../media/image101.tiff"/><Relationship Id="rId10" Type="http://schemas.openxmlformats.org/officeDocument/2006/relationships/image" Target="../media/image106.tiff"/><Relationship Id="rId4" Type="http://schemas.openxmlformats.org/officeDocument/2006/relationships/image" Target="../media/image100.tiff"/><Relationship Id="rId9" Type="http://schemas.openxmlformats.org/officeDocument/2006/relationships/image" Target="../media/image105.tif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tiff"/><Relationship Id="rId3" Type="http://schemas.openxmlformats.org/officeDocument/2006/relationships/image" Target="../media/image111.tiff"/><Relationship Id="rId7" Type="http://schemas.openxmlformats.org/officeDocument/2006/relationships/image" Target="../media/image115.tiff"/><Relationship Id="rId2" Type="http://schemas.openxmlformats.org/officeDocument/2006/relationships/image" Target="../media/image110.tif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4.tiff"/><Relationship Id="rId5" Type="http://schemas.openxmlformats.org/officeDocument/2006/relationships/image" Target="../media/image113.tiff"/><Relationship Id="rId4" Type="http://schemas.openxmlformats.org/officeDocument/2006/relationships/image" Target="../media/image112.tiff"/><Relationship Id="rId9" Type="http://schemas.openxmlformats.org/officeDocument/2006/relationships/image" Target="../media/image117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71DE40A5-946B-4BAA-96FE-7E534726C1D4}"/>
              </a:ext>
            </a:extLst>
          </p:cNvPr>
          <p:cNvSpPr txBox="1">
            <a:spLocks/>
          </p:cNvSpPr>
          <p:nvPr/>
        </p:nvSpPr>
        <p:spPr>
          <a:xfrm>
            <a:off x="46343" y="132838"/>
            <a:ext cx="19239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TEM </a:t>
            </a:r>
            <a:r>
              <a:rPr lang="ko-KR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분석 결과</a:t>
            </a:r>
            <a:endParaRPr lang="ko-KR" alt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B625BA3-1CA8-45CC-B5ED-7870577FC5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F670BC-F05C-4AC7-BD0C-664DFCF0B4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E0E28134-2C17-42F2-BE2E-71E0D277A2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31C0738-17C7-452D-9B6B-BD2BA8852706}"/>
              </a:ext>
            </a:extLst>
          </p:cNvPr>
          <p:cNvSpPr/>
          <p:nvPr/>
        </p:nvSpPr>
        <p:spPr>
          <a:xfrm>
            <a:off x="83294" y="692696"/>
            <a:ext cx="9748060" cy="414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1600" b="1">
                <a:solidFill>
                  <a:srgbClr val="006699"/>
                </a:solidFill>
                <a:latin typeface="맑은 고딕" pitchFamily="50" charset="-127"/>
              </a:rPr>
              <a:t>■</a:t>
            </a:r>
            <a:r>
              <a:rPr lang="en-US" altLang="ko-KR" sz="1600" b="1">
                <a:latin typeface="+mn-ea"/>
              </a:rPr>
              <a:t> TEM</a:t>
            </a:r>
            <a:r>
              <a:rPr lang="ko-KR" altLang="en-US" sz="1600" b="1">
                <a:latin typeface="+mn-ea"/>
              </a:rPr>
              <a:t> 이미지 분석결과 </a:t>
            </a:r>
            <a:r>
              <a:rPr lang="en-US" altLang="ko-KR" sz="1600" b="1">
                <a:latin typeface="+mn-ea"/>
              </a:rPr>
              <a:t>: [AlGn5]</a:t>
            </a:r>
            <a:endParaRPr lang="en-US" altLang="ko-KR" sz="1600" b="1" dirty="0"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C9F1B53-60D1-4261-AD1C-29DF9062A95B}"/>
              </a:ext>
            </a:extLst>
          </p:cNvPr>
          <p:cNvSpPr txBox="1"/>
          <p:nvPr/>
        </p:nvSpPr>
        <p:spPr>
          <a:xfrm>
            <a:off x="5810693" y="3400092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latin typeface="+mj-ea"/>
                <a:ea typeface="+mj-ea"/>
              </a:rPr>
              <a:t>[x100k]</a:t>
            </a:r>
            <a:endParaRPr lang="ko-KR" altLang="en-US" sz="1400" b="1">
              <a:latin typeface="+mj-ea"/>
              <a:ea typeface="+mj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EB1F326-5551-407D-B1C8-1A13765693D0}"/>
              </a:ext>
            </a:extLst>
          </p:cNvPr>
          <p:cNvSpPr txBox="1"/>
          <p:nvPr/>
        </p:nvSpPr>
        <p:spPr>
          <a:xfrm>
            <a:off x="890148" y="3400092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latin typeface="+mj-ea"/>
                <a:ea typeface="+mj-ea"/>
              </a:rPr>
              <a:t>[x8000]</a:t>
            </a:r>
            <a:endParaRPr lang="ko-KR" altLang="en-US" sz="1400" b="1">
              <a:latin typeface="+mj-ea"/>
              <a:ea typeface="+mj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E6EB55F-B6B9-485E-9C88-9C7747F2CA8F}"/>
              </a:ext>
            </a:extLst>
          </p:cNvPr>
          <p:cNvSpPr txBox="1"/>
          <p:nvPr/>
        </p:nvSpPr>
        <p:spPr>
          <a:xfrm>
            <a:off x="3407530" y="3388921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latin typeface="+mj-ea"/>
                <a:ea typeface="+mj-ea"/>
              </a:rPr>
              <a:t>[x20k]</a:t>
            </a:r>
            <a:endParaRPr lang="ko-KR" altLang="en-US" sz="1400" b="1">
              <a:latin typeface="+mj-ea"/>
              <a:ea typeface="+mj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C4CFB69-05A9-466C-B936-08F1F3B6C0C0}"/>
              </a:ext>
            </a:extLst>
          </p:cNvPr>
          <p:cNvSpPr txBox="1"/>
          <p:nvPr/>
        </p:nvSpPr>
        <p:spPr>
          <a:xfrm>
            <a:off x="5860232" y="6032341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latin typeface="+mj-ea"/>
                <a:ea typeface="+mj-ea"/>
              </a:rPr>
              <a:t>[x300k]</a:t>
            </a:r>
            <a:endParaRPr lang="ko-KR" altLang="en-US" sz="1400" b="1">
              <a:latin typeface="+mj-ea"/>
              <a:ea typeface="+mj-ea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48138EE-3A55-4616-B535-082C95F68754}"/>
              </a:ext>
            </a:extLst>
          </p:cNvPr>
          <p:cNvSpPr txBox="1"/>
          <p:nvPr/>
        </p:nvSpPr>
        <p:spPr>
          <a:xfrm>
            <a:off x="994752" y="6048351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latin typeface="+mj-ea"/>
                <a:ea typeface="+mj-ea"/>
              </a:rPr>
              <a:t>[x20k]</a:t>
            </a:r>
            <a:endParaRPr lang="ko-KR" altLang="en-US" sz="1400" b="1">
              <a:latin typeface="+mj-ea"/>
              <a:ea typeface="+mj-ea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85852D7-75A8-440A-ACAB-535E98033512}"/>
              </a:ext>
            </a:extLst>
          </p:cNvPr>
          <p:cNvSpPr txBox="1"/>
          <p:nvPr/>
        </p:nvSpPr>
        <p:spPr>
          <a:xfrm>
            <a:off x="3427492" y="6045419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latin typeface="+mj-ea"/>
                <a:ea typeface="+mj-ea"/>
              </a:rPr>
              <a:t>[x100k]</a:t>
            </a:r>
            <a:endParaRPr lang="ko-KR" altLang="en-US" sz="1400" b="1">
              <a:latin typeface="+mj-ea"/>
              <a:ea typeface="+mj-ea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EE5B959-DC1E-4D4C-BA65-57AE82CB05AC}"/>
              </a:ext>
            </a:extLst>
          </p:cNvPr>
          <p:cNvSpPr txBox="1"/>
          <p:nvPr/>
        </p:nvSpPr>
        <p:spPr>
          <a:xfrm>
            <a:off x="8232019" y="6045419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latin typeface="+mj-ea"/>
                <a:ea typeface="+mj-ea"/>
              </a:rPr>
              <a:t>[x600k]</a:t>
            </a:r>
            <a:endParaRPr lang="ko-KR" altLang="en-US" sz="1400" b="1">
              <a:latin typeface="+mj-ea"/>
              <a:ea typeface="+mj-ea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679410E-08BC-453B-9069-18928EC4BB55}"/>
              </a:ext>
            </a:extLst>
          </p:cNvPr>
          <p:cNvSpPr txBox="1"/>
          <p:nvPr/>
        </p:nvSpPr>
        <p:spPr>
          <a:xfrm>
            <a:off x="8185846" y="3429000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latin typeface="+mj-ea"/>
                <a:ea typeface="+mj-ea"/>
              </a:rPr>
              <a:t>[x300k]</a:t>
            </a:r>
            <a:endParaRPr lang="ko-KR" altLang="en-US" sz="1400" b="1">
              <a:latin typeface="+mj-ea"/>
              <a:ea typeface="+mj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C674370-775A-43B9-89BD-892A073862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680" y="1188956"/>
            <a:ext cx="2160000" cy="2160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8FD8B5E-65CB-4A99-BB72-36D0AEA3386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1693" y="1188956"/>
            <a:ext cx="2160000" cy="2160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DF2ACF2-867D-42A5-AD09-3B85957FF1F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4706" y="1188956"/>
            <a:ext cx="2160000" cy="21600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8901528-8149-4534-A442-82572084040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5288" y="1194679"/>
            <a:ext cx="2160000" cy="216000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EA3CA67A-1723-4695-BD71-02B93E8059D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680" y="3886924"/>
            <a:ext cx="2160000" cy="216000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8A7D8F6D-D9F9-4736-8D57-47F39C5B273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6484" y="3886924"/>
            <a:ext cx="2160000" cy="2160000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0E964237-88D3-435C-97F4-958742506D79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9114" y="3852244"/>
            <a:ext cx="2160000" cy="216000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3FB3557A-4222-42FF-82D9-E818BD51D5E0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641" y="3852244"/>
            <a:ext cx="2160000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743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7983F7E8-73C6-4281-8D13-8BB3096367CA}"/>
              </a:ext>
            </a:extLst>
          </p:cNvPr>
          <p:cNvSpPr/>
          <p:nvPr/>
        </p:nvSpPr>
        <p:spPr>
          <a:xfrm>
            <a:off x="83294" y="692696"/>
            <a:ext cx="9748060" cy="414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1600" b="1">
                <a:solidFill>
                  <a:srgbClr val="006699"/>
                </a:solidFill>
                <a:latin typeface="맑은 고딕" pitchFamily="50" charset="-127"/>
              </a:rPr>
              <a:t>■</a:t>
            </a:r>
            <a:r>
              <a:rPr lang="en-US" altLang="ko-KR" sz="1600" b="1">
                <a:latin typeface="+mn-ea"/>
              </a:rPr>
              <a:t> TEM</a:t>
            </a:r>
            <a:r>
              <a:rPr lang="ko-KR" altLang="en-US" sz="1600" b="1">
                <a:latin typeface="+mn-ea"/>
              </a:rPr>
              <a:t> 이미지 분석결과 </a:t>
            </a:r>
            <a:r>
              <a:rPr lang="en-US" altLang="ko-KR" sz="1600" b="1">
                <a:latin typeface="+mn-ea"/>
              </a:rPr>
              <a:t>: [AlGn5]</a:t>
            </a:r>
            <a:endParaRPr lang="en-US" altLang="ko-KR" sz="1600" b="1" dirty="0"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3DABDF-7724-4FD6-9841-AB966A531F3A}"/>
              </a:ext>
            </a:extLst>
          </p:cNvPr>
          <p:cNvSpPr txBox="1"/>
          <p:nvPr/>
        </p:nvSpPr>
        <p:spPr>
          <a:xfrm>
            <a:off x="5810693" y="3400092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latin typeface="+mj-ea"/>
                <a:ea typeface="+mj-ea"/>
              </a:rPr>
              <a:t>[x600k]</a:t>
            </a:r>
            <a:endParaRPr lang="ko-KR" altLang="en-US" sz="1400" b="1"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F61661-284B-49E2-AB26-C51871C361A3}"/>
              </a:ext>
            </a:extLst>
          </p:cNvPr>
          <p:cNvSpPr txBox="1"/>
          <p:nvPr/>
        </p:nvSpPr>
        <p:spPr>
          <a:xfrm>
            <a:off x="890148" y="3400092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latin typeface="+mj-ea"/>
                <a:ea typeface="+mj-ea"/>
              </a:rPr>
              <a:t>[x300k]</a:t>
            </a:r>
            <a:endParaRPr lang="ko-KR" altLang="en-US" sz="1400" b="1"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51E4D2-8C1E-4EDE-B4F7-67032C1E1747}"/>
              </a:ext>
            </a:extLst>
          </p:cNvPr>
          <p:cNvSpPr txBox="1"/>
          <p:nvPr/>
        </p:nvSpPr>
        <p:spPr>
          <a:xfrm>
            <a:off x="3407530" y="3388921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latin typeface="+mj-ea"/>
                <a:ea typeface="+mj-ea"/>
              </a:rPr>
              <a:t>[x600k]</a:t>
            </a:r>
            <a:endParaRPr lang="ko-KR" altLang="en-US" sz="1400" b="1"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8AACF0-7B53-42B4-96BB-673F1F8D8C72}"/>
              </a:ext>
            </a:extLst>
          </p:cNvPr>
          <p:cNvSpPr txBox="1"/>
          <p:nvPr/>
        </p:nvSpPr>
        <p:spPr>
          <a:xfrm>
            <a:off x="5860232" y="6032341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latin typeface="+mj-ea"/>
                <a:ea typeface="+mj-ea"/>
              </a:rPr>
              <a:t>[x300k]</a:t>
            </a:r>
            <a:endParaRPr lang="ko-KR" altLang="en-US" sz="1400" b="1"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A8FBFC-DF6A-4398-B48A-B74354BA2A52}"/>
              </a:ext>
            </a:extLst>
          </p:cNvPr>
          <p:cNvSpPr txBox="1"/>
          <p:nvPr/>
        </p:nvSpPr>
        <p:spPr>
          <a:xfrm>
            <a:off x="994752" y="6048351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latin typeface="+mj-ea"/>
                <a:ea typeface="+mj-ea"/>
              </a:rPr>
              <a:t>[x20k]</a:t>
            </a:r>
            <a:endParaRPr lang="ko-KR" altLang="en-US" sz="1400" b="1"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F7E13E-4B55-4FE4-AB55-B5D0240020C8}"/>
              </a:ext>
            </a:extLst>
          </p:cNvPr>
          <p:cNvSpPr txBox="1"/>
          <p:nvPr/>
        </p:nvSpPr>
        <p:spPr>
          <a:xfrm>
            <a:off x="3427492" y="6045419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latin typeface="+mj-ea"/>
                <a:ea typeface="+mj-ea"/>
              </a:rPr>
              <a:t>[x100k]</a:t>
            </a:r>
            <a:endParaRPr lang="ko-KR" altLang="en-US" sz="1400" b="1"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2045E72-6D5B-41FB-B991-74D500BF0BC1}"/>
              </a:ext>
            </a:extLst>
          </p:cNvPr>
          <p:cNvSpPr txBox="1"/>
          <p:nvPr/>
        </p:nvSpPr>
        <p:spPr>
          <a:xfrm>
            <a:off x="8232019" y="6045419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latin typeface="+mj-ea"/>
                <a:ea typeface="+mj-ea"/>
              </a:rPr>
              <a:t>[x600k]</a:t>
            </a:r>
            <a:endParaRPr lang="ko-KR" altLang="en-US" sz="1400" b="1"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5C3BF9B-C069-4B64-94F8-EB1F4FDB9E68}"/>
              </a:ext>
            </a:extLst>
          </p:cNvPr>
          <p:cNvSpPr txBox="1"/>
          <p:nvPr/>
        </p:nvSpPr>
        <p:spPr>
          <a:xfrm>
            <a:off x="8185846" y="3429000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latin typeface="+mj-ea"/>
                <a:ea typeface="+mj-ea"/>
              </a:rPr>
              <a:t>[x20k]</a:t>
            </a:r>
            <a:endParaRPr lang="ko-KR" altLang="en-US" sz="1400" b="1">
              <a:latin typeface="+mj-ea"/>
              <a:ea typeface="+mj-ea"/>
            </a:endParaRPr>
          </a:p>
        </p:txBody>
      </p:sp>
      <p:sp>
        <p:nvSpPr>
          <p:cNvPr id="27" name="제목 1">
            <a:extLst>
              <a:ext uri="{FF2B5EF4-FFF2-40B4-BE49-F238E27FC236}">
                <a16:creationId xmlns:a16="http://schemas.microsoft.com/office/drawing/2014/main" id="{2DFD6797-96CA-4D70-B305-CB4A601699DB}"/>
              </a:ext>
            </a:extLst>
          </p:cNvPr>
          <p:cNvSpPr txBox="1">
            <a:spLocks/>
          </p:cNvSpPr>
          <p:nvPr/>
        </p:nvSpPr>
        <p:spPr>
          <a:xfrm>
            <a:off x="46343" y="132838"/>
            <a:ext cx="19239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TEM </a:t>
            </a:r>
            <a:r>
              <a:rPr lang="ko-KR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분석 결과</a:t>
            </a:r>
            <a:endParaRPr lang="ko-KR" alt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0D1E5889-9163-4683-863C-D9830E7D6F5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112" y="1205790"/>
            <a:ext cx="2160000" cy="2160000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13890AFD-34A4-4734-BB39-04C208AB280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804" y="1215008"/>
            <a:ext cx="2160000" cy="2160000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7AE32099-75E0-474B-938E-6CA2ED7EABE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0588" y="1215008"/>
            <a:ext cx="2160000" cy="2160000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6B43B3A8-313F-4ABE-8EE4-69E6194BCA6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280" y="1219463"/>
            <a:ext cx="2160000" cy="2160000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39A99079-E521-43E4-AB9C-E39ED71E6C3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112" y="3885419"/>
            <a:ext cx="2160000" cy="2160000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4A8BA26D-1C02-475C-8DC4-A4F56A3E020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5413" y="3885419"/>
            <a:ext cx="2160000" cy="2160000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514E0BD9-BF3C-469E-B8EF-5D66ED5E3AE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0588" y="3891102"/>
            <a:ext cx="2160000" cy="216000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5514A093-4653-4CD5-B369-4E2BFA9EBE6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280" y="3885419"/>
            <a:ext cx="2160000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695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03E601C4-24F5-40B2-9BA8-ADA6EF62CE2D}"/>
              </a:ext>
            </a:extLst>
          </p:cNvPr>
          <p:cNvSpPr/>
          <p:nvPr/>
        </p:nvSpPr>
        <p:spPr>
          <a:xfrm>
            <a:off x="83294" y="692696"/>
            <a:ext cx="9748060" cy="414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1600" b="1">
                <a:solidFill>
                  <a:srgbClr val="006699"/>
                </a:solidFill>
                <a:latin typeface="맑은 고딕" pitchFamily="50" charset="-127"/>
              </a:rPr>
              <a:t>■</a:t>
            </a:r>
            <a:r>
              <a:rPr lang="en-US" altLang="ko-KR" sz="1600" b="1">
                <a:latin typeface="+mn-ea"/>
              </a:rPr>
              <a:t> TEM</a:t>
            </a:r>
            <a:r>
              <a:rPr lang="ko-KR" altLang="en-US" sz="1600" b="1">
                <a:latin typeface="+mn-ea"/>
              </a:rPr>
              <a:t> 이미지 분석결과 </a:t>
            </a:r>
            <a:r>
              <a:rPr lang="en-US" altLang="ko-KR" sz="1600" b="1">
                <a:latin typeface="+mn-ea"/>
              </a:rPr>
              <a:t>: [RGB]</a:t>
            </a:r>
            <a:endParaRPr lang="en-US" altLang="ko-KR" sz="1600" b="1" dirty="0">
              <a:latin typeface="+mn-ea"/>
            </a:endParaRPr>
          </a:p>
        </p:txBody>
      </p:sp>
      <p:sp>
        <p:nvSpPr>
          <p:cNvPr id="27" name="제목 1">
            <a:extLst>
              <a:ext uri="{FF2B5EF4-FFF2-40B4-BE49-F238E27FC236}">
                <a16:creationId xmlns:a16="http://schemas.microsoft.com/office/drawing/2014/main" id="{67E854EC-CCB6-4B7F-B8CC-7AD2452A1182}"/>
              </a:ext>
            </a:extLst>
          </p:cNvPr>
          <p:cNvSpPr txBox="1">
            <a:spLocks/>
          </p:cNvSpPr>
          <p:nvPr/>
        </p:nvSpPr>
        <p:spPr>
          <a:xfrm>
            <a:off x="46343" y="132838"/>
            <a:ext cx="19239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TEM </a:t>
            </a:r>
            <a:r>
              <a:rPr lang="ko-KR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분석 결과</a:t>
            </a:r>
            <a:endParaRPr lang="ko-KR" alt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0008721-EF66-4E78-AE9E-EA866C50619E}"/>
              </a:ext>
            </a:extLst>
          </p:cNvPr>
          <p:cNvSpPr txBox="1"/>
          <p:nvPr/>
        </p:nvSpPr>
        <p:spPr>
          <a:xfrm>
            <a:off x="5810693" y="3400092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latin typeface="+mj-ea"/>
                <a:ea typeface="+mj-ea"/>
              </a:rPr>
              <a:t>[x300k]</a:t>
            </a:r>
            <a:endParaRPr lang="ko-KR" altLang="en-US" sz="1400" b="1">
              <a:latin typeface="+mj-ea"/>
              <a:ea typeface="+mj-ea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9BE7DF6-6E12-41D7-B4CD-9F35764FD223}"/>
              </a:ext>
            </a:extLst>
          </p:cNvPr>
          <p:cNvSpPr txBox="1"/>
          <p:nvPr/>
        </p:nvSpPr>
        <p:spPr>
          <a:xfrm>
            <a:off x="890148" y="3400092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latin typeface="+mj-ea"/>
                <a:ea typeface="+mj-ea"/>
              </a:rPr>
              <a:t>[x20k]</a:t>
            </a:r>
            <a:endParaRPr lang="ko-KR" altLang="en-US" sz="1400" b="1">
              <a:latin typeface="+mj-ea"/>
              <a:ea typeface="+mj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D270291-A35E-4FB5-A643-913504AA339C}"/>
              </a:ext>
            </a:extLst>
          </p:cNvPr>
          <p:cNvSpPr txBox="1"/>
          <p:nvPr/>
        </p:nvSpPr>
        <p:spPr>
          <a:xfrm>
            <a:off x="3407530" y="3388921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latin typeface="+mj-ea"/>
                <a:ea typeface="+mj-ea"/>
              </a:rPr>
              <a:t>[x100k]</a:t>
            </a:r>
            <a:endParaRPr lang="ko-KR" altLang="en-US" sz="1400" b="1">
              <a:latin typeface="+mj-ea"/>
              <a:ea typeface="+mj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218A58D-E248-4BEC-802F-EBD362AEFDA1}"/>
              </a:ext>
            </a:extLst>
          </p:cNvPr>
          <p:cNvSpPr txBox="1"/>
          <p:nvPr/>
        </p:nvSpPr>
        <p:spPr>
          <a:xfrm>
            <a:off x="8121352" y="3388920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latin typeface="+mj-ea"/>
                <a:ea typeface="+mj-ea"/>
              </a:rPr>
              <a:t>[x20k]</a:t>
            </a:r>
            <a:endParaRPr lang="ko-KR" altLang="en-US" sz="1400" b="1">
              <a:latin typeface="+mj-ea"/>
              <a:ea typeface="+mj-ea"/>
            </a:endParaRPr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FDE381D3-2BEC-4C3C-B820-45FEA99828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739" y="1266468"/>
            <a:ext cx="2160000" cy="2160000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0C1F96C5-2951-47B2-B395-FC22A6821C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3202" y="1255641"/>
            <a:ext cx="2160000" cy="2160000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DB2A76B8-8619-46F6-919D-0D2FD922B78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7976" y="1280220"/>
            <a:ext cx="2160000" cy="2160000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D2336D20-7D05-43E9-B8D3-9C8B59C3936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425" y="1279974"/>
            <a:ext cx="2160000" cy="2160000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3EDFA4CD-4C17-4E22-9099-AA12CC3256D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101" y="3845619"/>
            <a:ext cx="2160000" cy="2160000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917851C8-F3A1-4282-B04A-EE257EC42A7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3202" y="3845619"/>
            <a:ext cx="2160000" cy="2160000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4DED6770-EED4-4DC3-9F8E-C9FF5DC7717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303" y="3847705"/>
            <a:ext cx="2160000" cy="2160000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4CD369C9-0780-4777-ADCB-1EEF28ACA42A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9404" y="3847705"/>
            <a:ext cx="2160000" cy="2160000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9E29C3B0-27CC-4975-B4E3-7A9EAF0EA3AE}"/>
              </a:ext>
            </a:extLst>
          </p:cNvPr>
          <p:cNvSpPr txBox="1"/>
          <p:nvPr/>
        </p:nvSpPr>
        <p:spPr>
          <a:xfrm>
            <a:off x="5810693" y="6011921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latin typeface="+mj-ea"/>
                <a:ea typeface="+mj-ea"/>
              </a:rPr>
              <a:t>[x20k]</a:t>
            </a:r>
            <a:endParaRPr lang="ko-KR" altLang="en-US" sz="1400" b="1">
              <a:latin typeface="+mj-ea"/>
              <a:ea typeface="+mj-ea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0D804D2-2746-472A-80DF-A78F0BE37997}"/>
              </a:ext>
            </a:extLst>
          </p:cNvPr>
          <p:cNvSpPr txBox="1"/>
          <p:nvPr/>
        </p:nvSpPr>
        <p:spPr>
          <a:xfrm>
            <a:off x="890148" y="6011921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latin typeface="+mj-ea"/>
                <a:ea typeface="+mj-ea"/>
              </a:rPr>
              <a:t>[x100k]</a:t>
            </a:r>
            <a:endParaRPr lang="ko-KR" altLang="en-US" sz="1400" b="1">
              <a:latin typeface="+mj-ea"/>
              <a:ea typeface="+mj-ea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6A41DDE-88D2-4074-9220-0428DCB093A7}"/>
              </a:ext>
            </a:extLst>
          </p:cNvPr>
          <p:cNvSpPr txBox="1"/>
          <p:nvPr/>
        </p:nvSpPr>
        <p:spPr>
          <a:xfrm>
            <a:off x="3407530" y="6000750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latin typeface="+mj-ea"/>
                <a:ea typeface="+mj-ea"/>
              </a:rPr>
              <a:t>[x300k]</a:t>
            </a:r>
            <a:endParaRPr lang="ko-KR" altLang="en-US" sz="1400" b="1">
              <a:latin typeface="+mj-ea"/>
              <a:ea typeface="+mj-ea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78C0123-978D-42F6-A627-EBB8948236EF}"/>
              </a:ext>
            </a:extLst>
          </p:cNvPr>
          <p:cNvSpPr txBox="1"/>
          <p:nvPr/>
        </p:nvSpPr>
        <p:spPr>
          <a:xfrm>
            <a:off x="8121352" y="5998244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latin typeface="+mj-ea"/>
                <a:ea typeface="+mj-ea"/>
              </a:rPr>
              <a:t>[x100k]</a:t>
            </a:r>
            <a:endParaRPr lang="ko-KR" altLang="en-US" sz="1400" b="1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423586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03E601C4-24F5-40B2-9BA8-ADA6EF62CE2D}"/>
              </a:ext>
            </a:extLst>
          </p:cNvPr>
          <p:cNvSpPr/>
          <p:nvPr/>
        </p:nvSpPr>
        <p:spPr>
          <a:xfrm>
            <a:off x="83294" y="692696"/>
            <a:ext cx="9748060" cy="414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1600" b="1">
                <a:solidFill>
                  <a:srgbClr val="006699"/>
                </a:solidFill>
                <a:latin typeface="맑은 고딕" pitchFamily="50" charset="-127"/>
              </a:rPr>
              <a:t>■</a:t>
            </a:r>
            <a:r>
              <a:rPr lang="en-US" altLang="ko-KR" sz="1600" b="1">
                <a:latin typeface="+mn-ea"/>
              </a:rPr>
              <a:t> TEM</a:t>
            </a:r>
            <a:r>
              <a:rPr lang="ko-KR" altLang="en-US" sz="1600" b="1">
                <a:latin typeface="+mn-ea"/>
              </a:rPr>
              <a:t> 이미지 분석결과 </a:t>
            </a:r>
            <a:r>
              <a:rPr lang="en-US" altLang="ko-KR" sz="1600" b="1">
                <a:latin typeface="+mn-ea"/>
              </a:rPr>
              <a:t>: [RGB]</a:t>
            </a:r>
            <a:endParaRPr lang="en-US" altLang="ko-KR" sz="1600" b="1" dirty="0">
              <a:latin typeface="+mn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50EBDEC-D6A3-4861-967B-B6B55DE93EB7}"/>
              </a:ext>
            </a:extLst>
          </p:cNvPr>
          <p:cNvSpPr txBox="1"/>
          <p:nvPr/>
        </p:nvSpPr>
        <p:spPr>
          <a:xfrm>
            <a:off x="5810693" y="3400092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latin typeface="+mj-ea"/>
                <a:ea typeface="+mj-ea"/>
              </a:rPr>
              <a:t>[x100k]</a:t>
            </a:r>
            <a:endParaRPr lang="ko-KR" altLang="en-US" sz="1400" b="1"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A359E0-C613-4586-9EC3-50669CA44C81}"/>
              </a:ext>
            </a:extLst>
          </p:cNvPr>
          <p:cNvSpPr txBox="1"/>
          <p:nvPr/>
        </p:nvSpPr>
        <p:spPr>
          <a:xfrm>
            <a:off x="890148" y="3400092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latin typeface="+mj-ea"/>
                <a:ea typeface="+mj-ea"/>
              </a:rPr>
              <a:t>[x300k]</a:t>
            </a:r>
            <a:endParaRPr lang="ko-KR" altLang="en-US" sz="1400" b="1"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6DC9333-E1C2-46D0-948E-2415986E0A3A}"/>
              </a:ext>
            </a:extLst>
          </p:cNvPr>
          <p:cNvSpPr txBox="1"/>
          <p:nvPr/>
        </p:nvSpPr>
        <p:spPr>
          <a:xfrm>
            <a:off x="3407530" y="3388921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latin typeface="+mj-ea"/>
                <a:ea typeface="+mj-ea"/>
              </a:rPr>
              <a:t>[x20k]</a:t>
            </a:r>
            <a:endParaRPr lang="ko-KR" altLang="en-US" sz="1400" b="1"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094CCF9-A14D-47B0-A71A-702851EE2859}"/>
              </a:ext>
            </a:extLst>
          </p:cNvPr>
          <p:cNvSpPr txBox="1"/>
          <p:nvPr/>
        </p:nvSpPr>
        <p:spPr>
          <a:xfrm>
            <a:off x="8185846" y="3429000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latin typeface="+mj-ea"/>
                <a:ea typeface="+mj-ea"/>
              </a:rPr>
              <a:t>[x300k]</a:t>
            </a:r>
            <a:endParaRPr lang="ko-KR" altLang="en-US" sz="1400" b="1">
              <a:latin typeface="+mj-ea"/>
              <a:ea typeface="+mj-ea"/>
            </a:endParaRPr>
          </a:p>
        </p:txBody>
      </p:sp>
      <p:sp>
        <p:nvSpPr>
          <p:cNvPr id="27" name="제목 1">
            <a:extLst>
              <a:ext uri="{FF2B5EF4-FFF2-40B4-BE49-F238E27FC236}">
                <a16:creationId xmlns:a16="http://schemas.microsoft.com/office/drawing/2014/main" id="{67E854EC-CCB6-4B7F-B8CC-7AD2452A1182}"/>
              </a:ext>
            </a:extLst>
          </p:cNvPr>
          <p:cNvSpPr txBox="1">
            <a:spLocks/>
          </p:cNvSpPr>
          <p:nvPr/>
        </p:nvSpPr>
        <p:spPr>
          <a:xfrm>
            <a:off x="46343" y="132838"/>
            <a:ext cx="19239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TEM </a:t>
            </a:r>
            <a:r>
              <a:rPr lang="ko-KR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분석 결과</a:t>
            </a:r>
            <a:endParaRPr lang="ko-KR" alt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DF51C84C-DB8E-4BD0-B0F5-BAACADD677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810" y="1240092"/>
            <a:ext cx="2160000" cy="2160000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C480F415-E819-41AA-A274-8D82F42A93A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6954" y="1255641"/>
            <a:ext cx="2160000" cy="2160000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7BE53134-9E05-4E24-A8E4-E44CD4AC552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0117" y="1246960"/>
            <a:ext cx="2160000" cy="2160000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9D0634E5-383D-4FDB-B057-282C92169B2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280" y="1240092"/>
            <a:ext cx="2160000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741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71DE40A5-946B-4BAA-96FE-7E534726C1D4}"/>
              </a:ext>
            </a:extLst>
          </p:cNvPr>
          <p:cNvSpPr txBox="1">
            <a:spLocks/>
          </p:cNvSpPr>
          <p:nvPr/>
        </p:nvSpPr>
        <p:spPr>
          <a:xfrm>
            <a:off x="46343" y="132838"/>
            <a:ext cx="19239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TEM </a:t>
            </a:r>
            <a:r>
              <a:rPr lang="ko-KR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분석 결과</a:t>
            </a:r>
            <a:endParaRPr lang="ko-KR" alt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B625BA3-1CA8-45CC-B5ED-7870577FC5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F670BC-F05C-4AC7-BD0C-664DFCF0B4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E0E28134-2C17-42F2-BE2E-71E0D277A2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31C0738-17C7-452D-9B6B-BD2BA8852706}"/>
              </a:ext>
            </a:extLst>
          </p:cNvPr>
          <p:cNvSpPr/>
          <p:nvPr/>
        </p:nvSpPr>
        <p:spPr>
          <a:xfrm>
            <a:off x="83294" y="692696"/>
            <a:ext cx="9748060" cy="414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1600" b="1">
                <a:solidFill>
                  <a:srgbClr val="006699"/>
                </a:solidFill>
                <a:latin typeface="맑은 고딕" pitchFamily="50" charset="-127"/>
              </a:rPr>
              <a:t>■</a:t>
            </a:r>
            <a:r>
              <a:rPr lang="en-US" altLang="ko-KR" sz="1600" b="1">
                <a:latin typeface="+mn-ea"/>
              </a:rPr>
              <a:t> TEM</a:t>
            </a:r>
            <a:r>
              <a:rPr lang="ko-KR" altLang="en-US" sz="1600" b="1">
                <a:latin typeface="+mn-ea"/>
              </a:rPr>
              <a:t> 이미지 분석결과 </a:t>
            </a:r>
            <a:r>
              <a:rPr lang="en-US" altLang="ko-KR" sz="1600" b="1">
                <a:latin typeface="+mn-ea"/>
              </a:rPr>
              <a:t>: [0817]</a:t>
            </a:r>
            <a:endParaRPr lang="en-US" altLang="ko-KR" sz="1600" b="1" dirty="0"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C9F1B53-60D1-4261-AD1C-29DF9062A95B}"/>
              </a:ext>
            </a:extLst>
          </p:cNvPr>
          <p:cNvSpPr txBox="1"/>
          <p:nvPr/>
        </p:nvSpPr>
        <p:spPr>
          <a:xfrm>
            <a:off x="5810693" y="3400092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latin typeface="+mj-ea"/>
                <a:ea typeface="+mj-ea"/>
              </a:rPr>
              <a:t>[x100k]</a:t>
            </a:r>
            <a:endParaRPr lang="ko-KR" altLang="en-US" sz="1400" b="1">
              <a:latin typeface="+mj-ea"/>
              <a:ea typeface="+mj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EB1F326-5551-407D-B1C8-1A13765693D0}"/>
              </a:ext>
            </a:extLst>
          </p:cNvPr>
          <p:cNvSpPr txBox="1"/>
          <p:nvPr/>
        </p:nvSpPr>
        <p:spPr>
          <a:xfrm>
            <a:off x="974790" y="3391853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latin typeface="+mj-ea"/>
                <a:ea typeface="+mj-ea"/>
              </a:rPr>
              <a:t>[x30k]</a:t>
            </a:r>
            <a:endParaRPr lang="ko-KR" altLang="en-US" sz="1400" b="1">
              <a:latin typeface="+mj-ea"/>
              <a:ea typeface="+mj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E6EB55F-B6B9-485E-9C88-9C7747F2CA8F}"/>
              </a:ext>
            </a:extLst>
          </p:cNvPr>
          <p:cNvSpPr txBox="1"/>
          <p:nvPr/>
        </p:nvSpPr>
        <p:spPr>
          <a:xfrm>
            <a:off x="3407530" y="3388921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latin typeface="+mj-ea"/>
                <a:ea typeface="+mj-ea"/>
              </a:rPr>
              <a:t>[x100k]</a:t>
            </a:r>
            <a:endParaRPr lang="ko-KR" altLang="en-US" sz="1400" b="1">
              <a:latin typeface="+mj-ea"/>
              <a:ea typeface="+mj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C4CFB69-05A9-466C-B936-08F1F3B6C0C0}"/>
              </a:ext>
            </a:extLst>
          </p:cNvPr>
          <p:cNvSpPr txBox="1"/>
          <p:nvPr/>
        </p:nvSpPr>
        <p:spPr>
          <a:xfrm>
            <a:off x="5860232" y="6032341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latin typeface="+mj-ea"/>
                <a:ea typeface="+mj-ea"/>
              </a:rPr>
              <a:t>[x120k]</a:t>
            </a:r>
            <a:endParaRPr lang="ko-KR" altLang="en-US" sz="1400" b="1">
              <a:latin typeface="+mj-ea"/>
              <a:ea typeface="+mj-ea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48138EE-3A55-4616-B535-082C95F68754}"/>
              </a:ext>
            </a:extLst>
          </p:cNvPr>
          <p:cNvSpPr txBox="1"/>
          <p:nvPr/>
        </p:nvSpPr>
        <p:spPr>
          <a:xfrm>
            <a:off x="994752" y="6048351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latin typeface="+mj-ea"/>
                <a:ea typeface="+mj-ea"/>
              </a:rPr>
              <a:t>[x120k]</a:t>
            </a:r>
            <a:endParaRPr lang="ko-KR" altLang="en-US" sz="1400" b="1">
              <a:latin typeface="+mj-ea"/>
              <a:ea typeface="+mj-ea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85852D7-75A8-440A-ACAB-535E98033512}"/>
              </a:ext>
            </a:extLst>
          </p:cNvPr>
          <p:cNvSpPr txBox="1"/>
          <p:nvPr/>
        </p:nvSpPr>
        <p:spPr>
          <a:xfrm>
            <a:off x="3427492" y="6045419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latin typeface="+mj-ea"/>
                <a:ea typeface="+mj-ea"/>
              </a:rPr>
              <a:t>[x120k]</a:t>
            </a:r>
            <a:endParaRPr lang="ko-KR" altLang="en-US" sz="1400" b="1">
              <a:latin typeface="+mj-ea"/>
              <a:ea typeface="+mj-ea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EE5B959-DC1E-4D4C-BA65-57AE82CB05AC}"/>
              </a:ext>
            </a:extLst>
          </p:cNvPr>
          <p:cNvSpPr txBox="1"/>
          <p:nvPr/>
        </p:nvSpPr>
        <p:spPr>
          <a:xfrm>
            <a:off x="8232019" y="6045419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latin typeface="+mj-ea"/>
                <a:ea typeface="+mj-ea"/>
              </a:rPr>
              <a:t>[x120k]</a:t>
            </a:r>
            <a:endParaRPr lang="ko-KR" altLang="en-US" sz="1400" b="1">
              <a:latin typeface="+mj-ea"/>
              <a:ea typeface="+mj-ea"/>
            </a:endParaRP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69E3B89C-8A79-4AEB-8505-E75E207661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8" y="1228921"/>
            <a:ext cx="2160000" cy="2160000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23EA23D2-29E7-42A5-8F14-400317A5667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545" y="1198425"/>
            <a:ext cx="2160000" cy="2160000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1BB72242-4390-4816-B6FE-86D989B2D02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8457" y="1188629"/>
            <a:ext cx="2160000" cy="2160000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3BF96A91-DA7D-46FE-9AF8-C22680E34C5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7637" y="3911250"/>
            <a:ext cx="2160000" cy="2160000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544F7A57-5DD2-43F9-A7B8-79736647896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9424" y="3911250"/>
            <a:ext cx="2160000" cy="2160000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0ABE1002-FB6C-4099-BF47-5480EE2328E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9354" y="3911250"/>
            <a:ext cx="2160000" cy="2160000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29ED9CAD-CCA1-4A96-9752-F439FC9138D1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8" y="3915071"/>
            <a:ext cx="2160000" cy="2160000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23943BEA-5E41-406E-A048-2732D14A773A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9354" y="1188629"/>
            <a:ext cx="2160000" cy="2160000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C679410E-08BC-453B-9069-18928EC4BB55}"/>
              </a:ext>
            </a:extLst>
          </p:cNvPr>
          <p:cNvSpPr txBox="1"/>
          <p:nvPr/>
        </p:nvSpPr>
        <p:spPr>
          <a:xfrm>
            <a:off x="8185846" y="3429000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latin typeface="+mj-ea"/>
                <a:ea typeface="+mj-ea"/>
              </a:rPr>
              <a:t>[x100k]</a:t>
            </a:r>
            <a:endParaRPr lang="ko-KR" altLang="en-US" sz="1400" b="1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10041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71DE40A5-946B-4BAA-96FE-7E534726C1D4}"/>
              </a:ext>
            </a:extLst>
          </p:cNvPr>
          <p:cNvSpPr txBox="1">
            <a:spLocks/>
          </p:cNvSpPr>
          <p:nvPr/>
        </p:nvSpPr>
        <p:spPr>
          <a:xfrm>
            <a:off x="46343" y="132838"/>
            <a:ext cx="19239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TEM </a:t>
            </a:r>
            <a:r>
              <a:rPr lang="ko-KR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분석 결과</a:t>
            </a:r>
            <a:endParaRPr lang="ko-KR" alt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B625BA3-1CA8-45CC-B5ED-7870577FC5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F670BC-F05C-4AC7-BD0C-664DFCF0B4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E0E28134-2C17-42F2-BE2E-71E0D277A2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31C0738-17C7-452D-9B6B-BD2BA8852706}"/>
              </a:ext>
            </a:extLst>
          </p:cNvPr>
          <p:cNvSpPr/>
          <p:nvPr/>
        </p:nvSpPr>
        <p:spPr>
          <a:xfrm>
            <a:off x="83294" y="692696"/>
            <a:ext cx="9748060" cy="414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1600" b="1">
                <a:solidFill>
                  <a:srgbClr val="006699"/>
                </a:solidFill>
                <a:latin typeface="맑은 고딕" pitchFamily="50" charset="-127"/>
              </a:rPr>
              <a:t>■</a:t>
            </a:r>
            <a:r>
              <a:rPr lang="en-US" altLang="ko-KR" sz="1600" b="1">
                <a:latin typeface="+mn-ea"/>
              </a:rPr>
              <a:t> STEM</a:t>
            </a:r>
            <a:r>
              <a:rPr lang="ko-KR" altLang="en-US" sz="1600" b="1">
                <a:latin typeface="+mn-ea"/>
              </a:rPr>
              <a:t> 이미지 분석결과 </a:t>
            </a:r>
            <a:r>
              <a:rPr lang="en-US" altLang="ko-KR" sz="1600" b="1">
                <a:latin typeface="+mn-ea"/>
              </a:rPr>
              <a:t>: [0817]</a:t>
            </a:r>
            <a:endParaRPr lang="en-US" altLang="ko-KR" sz="1600" b="1" dirty="0"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C9F1B53-60D1-4261-AD1C-29DF9062A95B}"/>
              </a:ext>
            </a:extLst>
          </p:cNvPr>
          <p:cNvSpPr txBox="1"/>
          <p:nvPr/>
        </p:nvSpPr>
        <p:spPr>
          <a:xfrm>
            <a:off x="5810693" y="3400092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latin typeface="+mj-ea"/>
                <a:ea typeface="+mj-ea"/>
              </a:rPr>
              <a:t>[x100k]</a:t>
            </a:r>
            <a:endParaRPr lang="ko-KR" altLang="en-US" sz="1400" b="1">
              <a:latin typeface="+mj-ea"/>
              <a:ea typeface="+mj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EB1F326-5551-407D-B1C8-1A13765693D0}"/>
              </a:ext>
            </a:extLst>
          </p:cNvPr>
          <p:cNvSpPr txBox="1"/>
          <p:nvPr/>
        </p:nvSpPr>
        <p:spPr>
          <a:xfrm>
            <a:off x="974790" y="3391853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latin typeface="+mj-ea"/>
                <a:ea typeface="+mj-ea"/>
              </a:rPr>
              <a:t>[x30k]</a:t>
            </a:r>
            <a:endParaRPr lang="ko-KR" altLang="en-US" sz="1400" b="1">
              <a:latin typeface="+mj-ea"/>
              <a:ea typeface="+mj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E6EB55F-B6B9-485E-9C88-9C7747F2CA8F}"/>
              </a:ext>
            </a:extLst>
          </p:cNvPr>
          <p:cNvSpPr txBox="1"/>
          <p:nvPr/>
        </p:nvSpPr>
        <p:spPr>
          <a:xfrm>
            <a:off x="3407530" y="3388921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latin typeface="+mj-ea"/>
                <a:ea typeface="+mj-ea"/>
              </a:rPr>
              <a:t>[x100k]</a:t>
            </a:r>
            <a:endParaRPr lang="ko-KR" altLang="en-US" sz="1400" b="1">
              <a:latin typeface="+mj-ea"/>
              <a:ea typeface="+mj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C4CFB69-05A9-466C-B936-08F1F3B6C0C0}"/>
              </a:ext>
            </a:extLst>
          </p:cNvPr>
          <p:cNvSpPr txBox="1"/>
          <p:nvPr/>
        </p:nvSpPr>
        <p:spPr>
          <a:xfrm>
            <a:off x="5860232" y="6032341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latin typeface="+mj-ea"/>
                <a:ea typeface="+mj-ea"/>
              </a:rPr>
              <a:t>[x120k]</a:t>
            </a:r>
            <a:endParaRPr lang="ko-KR" altLang="en-US" sz="1400" b="1">
              <a:latin typeface="+mj-ea"/>
              <a:ea typeface="+mj-ea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48138EE-3A55-4616-B535-082C95F68754}"/>
              </a:ext>
            </a:extLst>
          </p:cNvPr>
          <p:cNvSpPr txBox="1"/>
          <p:nvPr/>
        </p:nvSpPr>
        <p:spPr>
          <a:xfrm>
            <a:off x="994752" y="6048351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latin typeface="+mj-ea"/>
                <a:ea typeface="+mj-ea"/>
              </a:rPr>
              <a:t>[x120k]</a:t>
            </a:r>
            <a:endParaRPr lang="ko-KR" altLang="en-US" sz="1400" b="1">
              <a:latin typeface="+mj-ea"/>
              <a:ea typeface="+mj-ea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85852D7-75A8-440A-ACAB-535E98033512}"/>
              </a:ext>
            </a:extLst>
          </p:cNvPr>
          <p:cNvSpPr txBox="1"/>
          <p:nvPr/>
        </p:nvSpPr>
        <p:spPr>
          <a:xfrm>
            <a:off x="3427492" y="6045419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latin typeface="+mj-ea"/>
                <a:ea typeface="+mj-ea"/>
              </a:rPr>
              <a:t>[x120k]</a:t>
            </a:r>
            <a:endParaRPr lang="ko-KR" altLang="en-US" sz="1400" b="1">
              <a:latin typeface="+mj-ea"/>
              <a:ea typeface="+mj-ea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EE5B959-DC1E-4D4C-BA65-57AE82CB05AC}"/>
              </a:ext>
            </a:extLst>
          </p:cNvPr>
          <p:cNvSpPr txBox="1"/>
          <p:nvPr/>
        </p:nvSpPr>
        <p:spPr>
          <a:xfrm>
            <a:off x="8232019" y="6045419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latin typeface="+mj-ea"/>
                <a:ea typeface="+mj-ea"/>
              </a:rPr>
              <a:t>[x120k]</a:t>
            </a:r>
            <a:endParaRPr lang="ko-KR" altLang="en-US" sz="1400" b="1">
              <a:latin typeface="+mj-ea"/>
              <a:ea typeface="+mj-ea"/>
            </a:endParaRP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69E3B89C-8A79-4AEB-8505-E75E207661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8" y="1228921"/>
            <a:ext cx="2160000" cy="2160000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23EA23D2-29E7-42A5-8F14-400317A5667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545" y="1198425"/>
            <a:ext cx="2160000" cy="2160000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1BB72242-4390-4816-B6FE-86D989B2D02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8457" y="1188629"/>
            <a:ext cx="2160000" cy="2160000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3BF96A91-DA7D-46FE-9AF8-C22680E34C5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7637" y="3911250"/>
            <a:ext cx="2160000" cy="2160000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544F7A57-5DD2-43F9-A7B8-79736647896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9424" y="3911250"/>
            <a:ext cx="2160000" cy="2160000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0ABE1002-FB6C-4099-BF47-5480EE2328E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9354" y="3911250"/>
            <a:ext cx="2160000" cy="2160000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29ED9CAD-CCA1-4A96-9752-F439FC9138D1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8" y="3915071"/>
            <a:ext cx="2160000" cy="2160000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23943BEA-5E41-406E-A048-2732D14A773A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9354" y="1188629"/>
            <a:ext cx="2160000" cy="2160000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C679410E-08BC-453B-9069-18928EC4BB55}"/>
              </a:ext>
            </a:extLst>
          </p:cNvPr>
          <p:cNvSpPr txBox="1"/>
          <p:nvPr/>
        </p:nvSpPr>
        <p:spPr>
          <a:xfrm>
            <a:off x="8185846" y="3429000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latin typeface="+mj-ea"/>
                <a:ea typeface="+mj-ea"/>
              </a:rPr>
              <a:t>[x100k]</a:t>
            </a:r>
            <a:endParaRPr lang="ko-KR" altLang="en-US" sz="1400" b="1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380723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71DE40A5-946B-4BAA-96FE-7E534726C1D4}"/>
              </a:ext>
            </a:extLst>
          </p:cNvPr>
          <p:cNvSpPr txBox="1">
            <a:spLocks/>
          </p:cNvSpPr>
          <p:nvPr/>
        </p:nvSpPr>
        <p:spPr>
          <a:xfrm>
            <a:off x="46343" y="132838"/>
            <a:ext cx="19239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TEM </a:t>
            </a:r>
            <a:r>
              <a:rPr lang="ko-KR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분석 결과</a:t>
            </a:r>
            <a:endParaRPr lang="ko-KR" alt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B625BA3-1CA8-45CC-B5ED-7870577FC5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F670BC-F05C-4AC7-BD0C-664DFCF0B4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E0E28134-2C17-42F2-BE2E-71E0D277A2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C9F1B53-60D1-4261-AD1C-29DF9062A95B}"/>
              </a:ext>
            </a:extLst>
          </p:cNvPr>
          <p:cNvSpPr txBox="1"/>
          <p:nvPr/>
        </p:nvSpPr>
        <p:spPr>
          <a:xfrm>
            <a:off x="5810693" y="3452844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latin typeface="+mj-ea"/>
                <a:ea typeface="+mj-ea"/>
              </a:rPr>
              <a:t>[x100k]</a:t>
            </a:r>
            <a:endParaRPr lang="ko-KR" altLang="en-US" sz="1400" b="1">
              <a:latin typeface="+mj-ea"/>
              <a:ea typeface="+mj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EB1F326-5551-407D-B1C8-1A13765693D0}"/>
              </a:ext>
            </a:extLst>
          </p:cNvPr>
          <p:cNvSpPr txBox="1"/>
          <p:nvPr/>
        </p:nvSpPr>
        <p:spPr>
          <a:xfrm>
            <a:off x="974790" y="3444605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latin typeface="+mj-ea"/>
                <a:ea typeface="+mj-ea"/>
              </a:rPr>
              <a:t>[x30k]</a:t>
            </a:r>
            <a:endParaRPr lang="ko-KR" altLang="en-US" sz="1400" b="1">
              <a:latin typeface="+mj-ea"/>
              <a:ea typeface="+mj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E6EB55F-B6B9-485E-9C88-9C7747F2CA8F}"/>
              </a:ext>
            </a:extLst>
          </p:cNvPr>
          <p:cNvSpPr txBox="1"/>
          <p:nvPr/>
        </p:nvSpPr>
        <p:spPr>
          <a:xfrm>
            <a:off x="3407530" y="3441673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latin typeface="+mj-ea"/>
                <a:ea typeface="+mj-ea"/>
              </a:rPr>
              <a:t>[x100k]</a:t>
            </a:r>
            <a:endParaRPr lang="ko-KR" altLang="en-US" sz="1400" b="1">
              <a:latin typeface="+mj-ea"/>
              <a:ea typeface="+mj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C4CFB69-05A9-466C-B936-08F1F3B6C0C0}"/>
              </a:ext>
            </a:extLst>
          </p:cNvPr>
          <p:cNvSpPr txBox="1"/>
          <p:nvPr/>
        </p:nvSpPr>
        <p:spPr>
          <a:xfrm>
            <a:off x="5860232" y="6085093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latin typeface="+mj-ea"/>
                <a:ea typeface="+mj-ea"/>
              </a:rPr>
              <a:t>[x120k]</a:t>
            </a:r>
            <a:endParaRPr lang="ko-KR" altLang="en-US" sz="1400" b="1">
              <a:latin typeface="+mj-ea"/>
              <a:ea typeface="+mj-ea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48138EE-3A55-4616-B535-082C95F68754}"/>
              </a:ext>
            </a:extLst>
          </p:cNvPr>
          <p:cNvSpPr txBox="1"/>
          <p:nvPr/>
        </p:nvSpPr>
        <p:spPr>
          <a:xfrm>
            <a:off x="994752" y="6101103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latin typeface="+mj-ea"/>
                <a:ea typeface="+mj-ea"/>
              </a:rPr>
              <a:t>[x120k]</a:t>
            </a:r>
            <a:endParaRPr lang="ko-KR" altLang="en-US" sz="1400" b="1">
              <a:latin typeface="+mj-ea"/>
              <a:ea typeface="+mj-ea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85852D7-75A8-440A-ACAB-535E98033512}"/>
              </a:ext>
            </a:extLst>
          </p:cNvPr>
          <p:cNvSpPr txBox="1"/>
          <p:nvPr/>
        </p:nvSpPr>
        <p:spPr>
          <a:xfrm>
            <a:off x="3427492" y="6098171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latin typeface="+mj-ea"/>
                <a:ea typeface="+mj-ea"/>
              </a:rPr>
              <a:t>[x120k]</a:t>
            </a:r>
            <a:endParaRPr lang="ko-KR" altLang="en-US" sz="1400" b="1">
              <a:latin typeface="+mj-ea"/>
              <a:ea typeface="+mj-ea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EE5B959-DC1E-4D4C-BA65-57AE82CB05AC}"/>
              </a:ext>
            </a:extLst>
          </p:cNvPr>
          <p:cNvSpPr txBox="1"/>
          <p:nvPr/>
        </p:nvSpPr>
        <p:spPr>
          <a:xfrm>
            <a:off x="8263395" y="6080810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latin typeface="+mj-ea"/>
                <a:ea typeface="+mj-ea"/>
              </a:rPr>
              <a:t>[x120k]</a:t>
            </a:r>
            <a:endParaRPr lang="ko-KR" altLang="en-US" sz="1400" b="1">
              <a:latin typeface="+mj-ea"/>
              <a:ea typeface="+mj-ea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DB9ECFCA-1727-45B6-9585-8B5CE49706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0374" y="1160353"/>
            <a:ext cx="2160000" cy="216000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4E4A8B7-740C-403D-8153-B8E180A9FD6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8" y="1160353"/>
            <a:ext cx="2160000" cy="216000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1468970F-0C36-438F-B140-96B493C0414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0035" y="3997301"/>
            <a:ext cx="2160000" cy="216000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815AFBAD-9C0B-4DF0-A6BD-2DDE11A89D2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789" y="3987807"/>
            <a:ext cx="2160000" cy="216000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1AEAA86E-2184-45D2-863E-F76398B828C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8429" y="1146256"/>
            <a:ext cx="2160000" cy="2160000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FB064D23-4AFC-4B3F-93C4-55CC30018E3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1354" y="1122094"/>
            <a:ext cx="2160000" cy="2160000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0015832F-CD57-4EA8-830A-11B1FC0D32BA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8" y="3967823"/>
            <a:ext cx="2160000" cy="2160000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BCD91580-61D1-4002-881D-37877B27646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7531" y="3997301"/>
            <a:ext cx="2160000" cy="216000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7934C8F3-E3A6-496C-BDF1-05B0B979D588}"/>
              </a:ext>
            </a:extLst>
          </p:cNvPr>
          <p:cNvSpPr txBox="1"/>
          <p:nvPr/>
        </p:nvSpPr>
        <p:spPr>
          <a:xfrm>
            <a:off x="8391150" y="3439250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latin typeface="+mj-ea"/>
                <a:ea typeface="+mj-ea"/>
              </a:rPr>
              <a:t>[x100k]</a:t>
            </a:r>
            <a:endParaRPr lang="ko-KR" altLang="en-US" sz="1400" b="1">
              <a:latin typeface="+mj-ea"/>
              <a:ea typeface="+mj-ea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243CD3E-07A3-4401-B117-E4E78B9B1F60}"/>
              </a:ext>
            </a:extLst>
          </p:cNvPr>
          <p:cNvSpPr/>
          <p:nvPr/>
        </p:nvSpPr>
        <p:spPr>
          <a:xfrm>
            <a:off x="83294" y="692696"/>
            <a:ext cx="9748060" cy="414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1600" b="1">
                <a:solidFill>
                  <a:srgbClr val="006699"/>
                </a:solidFill>
                <a:latin typeface="맑은 고딕" pitchFamily="50" charset="-127"/>
              </a:rPr>
              <a:t>■</a:t>
            </a:r>
            <a:r>
              <a:rPr lang="en-US" altLang="ko-KR" sz="1600" b="1">
                <a:latin typeface="+mn-ea"/>
              </a:rPr>
              <a:t> STEM</a:t>
            </a:r>
            <a:r>
              <a:rPr lang="ko-KR" altLang="en-US" sz="1600" b="1">
                <a:latin typeface="+mn-ea"/>
              </a:rPr>
              <a:t> </a:t>
            </a:r>
            <a:r>
              <a:rPr lang="en-US" altLang="ko-KR" sz="1600" b="1">
                <a:latin typeface="+mn-ea"/>
              </a:rPr>
              <a:t>BF </a:t>
            </a:r>
            <a:r>
              <a:rPr lang="ko-KR" altLang="en-US" sz="1600" b="1">
                <a:latin typeface="+mn-ea"/>
              </a:rPr>
              <a:t>이미지 분석결과 </a:t>
            </a:r>
            <a:r>
              <a:rPr lang="en-US" altLang="ko-KR" sz="1600" b="1">
                <a:latin typeface="+mn-ea"/>
              </a:rPr>
              <a:t>: [0817]</a:t>
            </a:r>
            <a:endParaRPr lang="en-US" altLang="ko-KR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48528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71DE40A5-946B-4BAA-96FE-7E534726C1D4}"/>
              </a:ext>
            </a:extLst>
          </p:cNvPr>
          <p:cNvSpPr txBox="1">
            <a:spLocks/>
          </p:cNvSpPr>
          <p:nvPr/>
        </p:nvSpPr>
        <p:spPr>
          <a:xfrm>
            <a:off x="46343" y="132838"/>
            <a:ext cx="19239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TEM </a:t>
            </a:r>
            <a:r>
              <a:rPr lang="ko-KR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분석 결과</a:t>
            </a:r>
            <a:endParaRPr lang="ko-KR" alt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7E03D545-7530-431D-8F2D-F0885AE42E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72" y="908720"/>
            <a:ext cx="9906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6" name="Picture 1">
            <a:extLst>
              <a:ext uri="{FF2B5EF4-FFF2-40B4-BE49-F238E27FC236}">
                <a16:creationId xmlns:a16="http://schemas.microsoft.com/office/drawing/2014/main" id="{B0D2FB1F-4924-4B5A-91AD-6A7BF7E44170}"/>
              </a:ext>
            </a:extLst>
          </p:cNvPr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663624" y="1217804"/>
            <a:ext cx="4896544" cy="33298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80B89382-2E46-43DD-9321-80819606C0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9391" y="1211127"/>
            <a:ext cx="2149745" cy="1931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>
            <a:extLst>
              <a:ext uri="{FF2B5EF4-FFF2-40B4-BE49-F238E27FC236}">
                <a16:creationId xmlns:a16="http://schemas.microsoft.com/office/drawing/2014/main" id="{64ACFE5F-90AB-4206-9736-9C9AFC7772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9136" y="1211127"/>
            <a:ext cx="2149745" cy="1931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08FAAA6-B39F-4E17-87FC-ACE5AE98D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8881" y="1211127"/>
            <a:ext cx="2149745" cy="1931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>
            <a:extLst>
              <a:ext uri="{FF2B5EF4-FFF2-40B4-BE49-F238E27FC236}">
                <a16:creationId xmlns:a16="http://schemas.microsoft.com/office/drawing/2014/main" id="{5B1D7DEA-71FB-42D6-804C-58D2ED78ED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9391" y="3339257"/>
            <a:ext cx="2149745" cy="1931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FD3687FD-C95F-4F15-9182-2C3B95F9D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8180" y="3378051"/>
            <a:ext cx="2149745" cy="1931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Picture 1">
            <a:extLst>
              <a:ext uri="{FF2B5EF4-FFF2-40B4-BE49-F238E27FC236}">
                <a16:creationId xmlns:a16="http://schemas.microsoft.com/office/drawing/2014/main" id="{4FC3D42A-3B41-49A4-8F93-08DB9822B7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3653" y="3378051"/>
            <a:ext cx="2149745" cy="1931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4022BB74-E0FC-4EA1-BFF9-107B8C2E9690}"/>
              </a:ext>
            </a:extLst>
          </p:cNvPr>
          <p:cNvSpPr/>
          <p:nvPr/>
        </p:nvSpPr>
        <p:spPr>
          <a:xfrm>
            <a:off x="182902" y="768846"/>
            <a:ext cx="9748060" cy="414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1600" b="1">
                <a:solidFill>
                  <a:srgbClr val="006699"/>
                </a:solidFill>
                <a:latin typeface="맑은 고딕" pitchFamily="50" charset="-127"/>
              </a:rPr>
              <a:t>■</a:t>
            </a:r>
            <a:r>
              <a:rPr lang="en-US" altLang="ko-KR" sz="1600" b="1">
                <a:latin typeface="+mn-ea"/>
              </a:rPr>
              <a:t> STEM EDS</a:t>
            </a:r>
            <a:r>
              <a:rPr lang="ko-KR" altLang="en-US" sz="1600" b="1">
                <a:latin typeface="+mn-ea"/>
              </a:rPr>
              <a:t> 분석결과 </a:t>
            </a:r>
            <a:r>
              <a:rPr lang="en-US" altLang="ko-KR" sz="1600" b="1">
                <a:latin typeface="+mn-ea"/>
              </a:rPr>
              <a:t>: [0817 MAP]</a:t>
            </a:r>
            <a:endParaRPr lang="en-US" altLang="ko-KR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85460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>
            <a:extLst>
              <a:ext uri="{FF2B5EF4-FFF2-40B4-BE49-F238E27FC236}">
                <a16:creationId xmlns:a16="http://schemas.microsoft.com/office/drawing/2014/main" id="{B76F04EF-4257-4BDF-B6E3-89795BD9FC44}"/>
              </a:ext>
            </a:extLst>
          </p:cNvPr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879648" y="1194641"/>
            <a:ext cx="5184576" cy="3186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59C2305E-FAC9-4E24-8E08-9E7DAC1CAC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7569" y="1263532"/>
            <a:ext cx="2061615" cy="1852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>
            <a:extLst>
              <a:ext uri="{FF2B5EF4-FFF2-40B4-BE49-F238E27FC236}">
                <a16:creationId xmlns:a16="http://schemas.microsoft.com/office/drawing/2014/main" id="{843C85B3-6A6E-4CDF-8ABF-905CE2ED4B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1074" y="1308491"/>
            <a:ext cx="2061615" cy="1852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E255DEE5-4418-4C0D-A880-D552829348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3288" y="1308491"/>
            <a:ext cx="2061615" cy="1852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>
            <a:extLst>
              <a:ext uri="{FF2B5EF4-FFF2-40B4-BE49-F238E27FC236}">
                <a16:creationId xmlns:a16="http://schemas.microsoft.com/office/drawing/2014/main" id="{55494E43-FFFE-4FBC-B56B-AD9ADBDB18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8824" y="3084873"/>
            <a:ext cx="2061615" cy="1852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BB213564-F281-4E94-94F7-2FFFB70AF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1394" y="3084873"/>
            <a:ext cx="2061615" cy="1852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9" name="Picture 1">
            <a:extLst>
              <a:ext uri="{FF2B5EF4-FFF2-40B4-BE49-F238E27FC236}">
                <a16:creationId xmlns:a16="http://schemas.microsoft.com/office/drawing/2014/main" id="{FE20F512-0851-4ECB-AB43-80FF9BD563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64" y="3114866"/>
            <a:ext cx="2061615" cy="1852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제목 1">
            <a:extLst>
              <a:ext uri="{FF2B5EF4-FFF2-40B4-BE49-F238E27FC236}">
                <a16:creationId xmlns:a16="http://schemas.microsoft.com/office/drawing/2014/main" id="{56191EAF-5DF9-424A-A69F-42B8404D0FB9}"/>
              </a:ext>
            </a:extLst>
          </p:cNvPr>
          <p:cNvSpPr txBox="1">
            <a:spLocks/>
          </p:cNvSpPr>
          <p:nvPr/>
        </p:nvSpPr>
        <p:spPr>
          <a:xfrm>
            <a:off x="46343" y="132838"/>
            <a:ext cx="19239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TEM </a:t>
            </a:r>
            <a:r>
              <a:rPr lang="ko-KR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분석 결과</a:t>
            </a:r>
            <a:endParaRPr lang="ko-KR" alt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C69FB09-D52F-42A3-AA50-38A8F6798848}"/>
              </a:ext>
            </a:extLst>
          </p:cNvPr>
          <p:cNvSpPr/>
          <p:nvPr/>
        </p:nvSpPr>
        <p:spPr>
          <a:xfrm>
            <a:off x="182902" y="768846"/>
            <a:ext cx="9748060" cy="414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1600" b="1">
                <a:solidFill>
                  <a:srgbClr val="006699"/>
                </a:solidFill>
                <a:latin typeface="맑은 고딕" pitchFamily="50" charset="-127"/>
              </a:rPr>
              <a:t>■</a:t>
            </a:r>
            <a:r>
              <a:rPr lang="en-US" altLang="ko-KR" sz="1600" b="1">
                <a:latin typeface="+mn-ea"/>
              </a:rPr>
              <a:t> STEM EDS</a:t>
            </a:r>
            <a:r>
              <a:rPr lang="ko-KR" altLang="en-US" sz="1600" b="1">
                <a:latin typeface="+mn-ea"/>
              </a:rPr>
              <a:t> 분석결과 </a:t>
            </a:r>
            <a:r>
              <a:rPr lang="en-US" altLang="ko-KR" sz="1600" b="1">
                <a:latin typeface="+mn-ea"/>
              </a:rPr>
              <a:t>: [0817 MAP]</a:t>
            </a:r>
            <a:endParaRPr lang="en-US" altLang="ko-KR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97018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71DE40A5-946B-4BAA-96FE-7E534726C1D4}"/>
              </a:ext>
            </a:extLst>
          </p:cNvPr>
          <p:cNvSpPr txBox="1">
            <a:spLocks/>
          </p:cNvSpPr>
          <p:nvPr/>
        </p:nvSpPr>
        <p:spPr>
          <a:xfrm>
            <a:off x="46343" y="132838"/>
            <a:ext cx="19239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TEM </a:t>
            </a:r>
            <a:r>
              <a:rPr lang="ko-KR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분석 결과</a:t>
            </a:r>
            <a:endParaRPr lang="ko-KR" alt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" name="Picture 1">
            <a:extLst>
              <a:ext uri="{FF2B5EF4-FFF2-40B4-BE49-F238E27FC236}">
                <a16:creationId xmlns:a16="http://schemas.microsoft.com/office/drawing/2014/main" id="{FA806CD1-E1FA-4B77-B239-9E851721AD59}"/>
              </a:ext>
            </a:extLst>
          </p:cNvPr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591616" y="1139724"/>
            <a:ext cx="4752528" cy="31447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40B0F3D1-80B0-421B-9993-A5EA1C59EF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1677" y="1243504"/>
            <a:ext cx="5843811" cy="201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3" name="Picture 1">
            <a:extLst>
              <a:ext uri="{FF2B5EF4-FFF2-40B4-BE49-F238E27FC236}">
                <a16:creationId xmlns:a16="http://schemas.microsoft.com/office/drawing/2014/main" id="{D958186F-124D-4F2C-BC7E-F56342CC6A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2306" y="3351005"/>
            <a:ext cx="5803182" cy="2686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DA234EEF-4DD0-47D6-BFB7-50B66B7A3CCB}"/>
              </a:ext>
            </a:extLst>
          </p:cNvPr>
          <p:cNvSpPr/>
          <p:nvPr/>
        </p:nvSpPr>
        <p:spPr>
          <a:xfrm>
            <a:off x="182902" y="768846"/>
            <a:ext cx="9748060" cy="414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1600" b="1">
                <a:solidFill>
                  <a:srgbClr val="006699"/>
                </a:solidFill>
                <a:latin typeface="맑은 고딕" pitchFamily="50" charset="-127"/>
              </a:rPr>
              <a:t>■</a:t>
            </a:r>
            <a:r>
              <a:rPr lang="en-US" altLang="ko-KR" sz="1600" b="1">
                <a:latin typeface="+mn-ea"/>
              </a:rPr>
              <a:t> STEM EDS</a:t>
            </a:r>
            <a:r>
              <a:rPr lang="ko-KR" altLang="en-US" sz="1600" b="1">
                <a:latin typeface="+mn-ea"/>
              </a:rPr>
              <a:t> 분석결과 </a:t>
            </a:r>
            <a:r>
              <a:rPr lang="en-US" altLang="ko-KR" sz="1600" b="1">
                <a:latin typeface="+mn-ea"/>
              </a:rPr>
              <a:t>: [0817 Line scan1_ Data1]</a:t>
            </a:r>
            <a:endParaRPr lang="en-US" altLang="ko-KR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674489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71DE40A5-946B-4BAA-96FE-7E534726C1D4}"/>
              </a:ext>
            </a:extLst>
          </p:cNvPr>
          <p:cNvSpPr txBox="1">
            <a:spLocks/>
          </p:cNvSpPr>
          <p:nvPr/>
        </p:nvSpPr>
        <p:spPr>
          <a:xfrm>
            <a:off x="46343" y="132838"/>
            <a:ext cx="19239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TEM </a:t>
            </a:r>
            <a:r>
              <a:rPr lang="ko-KR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분석 결과</a:t>
            </a:r>
            <a:endParaRPr lang="ko-KR" alt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07DE3BEB-D960-4DF8-87EA-1D07F8D66F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378" y="1265493"/>
            <a:ext cx="4713622" cy="1618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1" name="Picture 1">
            <a:extLst>
              <a:ext uri="{FF2B5EF4-FFF2-40B4-BE49-F238E27FC236}">
                <a16:creationId xmlns:a16="http://schemas.microsoft.com/office/drawing/2014/main" id="{453E4FAE-D8BF-46D6-A0B5-6846F0560B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378" y="3033705"/>
            <a:ext cx="4713622" cy="1618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86097698-2113-4B0C-A479-F5652DE95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8" y="90216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5127" name="Picture 7">
            <a:extLst>
              <a:ext uri="{FF2B5EF4-FFF2-40B4-BE49-F238E27FC236}">
                <a16:creationId xmlns:a16="http://schemas.microsoft.com/office/drawing/2014/main" id="{2608213F-C72B-40A3-9EE8-1B71B6666E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6487" y="1266735"/>
            <a:ext cx="4711799" cy="1617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1">
            <a:extLst>
              <a:ext uri="{FF2B5EF4-FFF2-40B4-BE49-F238E27FC236}">
                <a16:creationId xmlns:a16="http://schemas.microsoft.com/office/drawing/2014/main" id="{350680D5-D9BF-4E57-8620-E5A2800DC1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6487" y="3041880"/>
            <a:ext cx="4671615" cy="1609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2D69AF6-3E75-45AD-AE0C-808D3B9C2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47600" y="438499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5132" name="Picture 12">
            <a:extLst>
              <a:ext uri="{FF2B5EF4-FFF2-40B4-BE49-F238E27FC236}">
                <a16:creationId xmlns:a16="http://schemas.microsoft.com/office/drawing/2014/main" id="{8F9A447F-EBF6-4D5C-8857-9912C1C445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267" y="4760032"/>
            <a:ext cx="4697733" cy="1537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1" name="Picture 1">
            <a:extLst>
              <a:ext uri="{FF2B5EF4-FFF2-40B4-BE49-F238E27FC236}">
                <a16:creationId xmlns:a16="http://schemas.microsoft.com/office/drawing/2014/main" id="{0C894C83-C1BF-4B67-BA4B-2238CFFCE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6486" y="4760032"/>
            <a:ext cx="4671616" cy="1537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3">
            <a:extLst>
              <a:ext uri="{FF2B5EF4-FFF2-40B4-BE49-F238E27FC236}">
                <a16:creationId xmlns:a16="http://schemas.microsoft.com/office/drawing/2014/main" id="{5D3DFAC4-8ACB-4F09-8CDE-B077CB2F86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391816" y="-606388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112" tIns="914112" rIns="914112" bIns="914112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E9BE0E59-15D2-41FA-8C3F-BC4AFA5F75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391816" y="2251112"/>
            <a:ext cx="9906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B3C8DDAC-8592-4B8D-A77F-47B68C45E8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391816" y="4651412"/>
            <a:ext cx="9906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ko-KR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</a:br>
            <a:endParaRPr kumimoji="0" lang="en-US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3D8808E-155A-40D6-B709-10A80B17B5AD}"/>
              </a:ext>
            </a:extLst>
          </p:cNvPr>
          <p:cNvSpPr/>
          <p:nvPr/>
        </p:nvSpPr>
        <p:spPr>
          <a:xfrm>
            <a:off x="182902" y="768846"/>
            <a:ext cx="9748060" cy="414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1600" b="1">
                <a:solidFill>
                  <a:srgbClr val="006699"/>
                </a:solidFill>
                <a:latin typeface="맑은 고딕" pitchFamily="50" charset="-127"/>
              </a:rPr>
              <a:t>■</a:t>
            </a:r>
            <a:r>
              <a:rPr lang="en-US" altLang="ko-KR" sz="1600" b="1">
                <a:latin typeface="+mn-ea"/>
              </a:rPr>
              <a:t> STEM EDS</a:t>
            </a:r>
            <a:r>
              <a:rPr lang="ko-KR" altLang="en-US" sz="1600" b="1">
                <a:latin typeface="+mn-ea"/>
              </a:rPr>
              <a:t> 분석결과 </a:t>
            </a:r>
            <a:r>
              <a:rPr lang="en-US" altLang="ko-KR" sz="1600" b="1">
                <a:latin typeface="+mn-ea"/>
              </a:rPr>
              <a:t>: [0817 Line scan1_ Data1]</a:t>
            </a:r>
            <a:endParaRPr lang="en-US" altLang="ko-KR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830718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71DE40A5-946B-4BAA-96FE-7E534726C1D4}"/>
              </a:ext>
            </a:extLst>
          </p:cNvPr>
          <p:cNvSpPr txBox="1">
            <a:spLocks/>
          </p:cNvSpPr>
          <p:nvPr/>
        </p:nvSpPr>
        <p:spPr>
          <a:xfrm>
            <a:off x="46343" y="132838"/>
            <a:ext cx="19239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TEM </a:t>
            </a:r>
            <a:r>
              <a:rPr lang="ko-KR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분석 결과</a:t>
            </a:r>
            <a:endParaRPr lang="ko-KR" alt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9536EBC1-B9B5-4008-82FC-2EF6B2B0C6C2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623247" y="1106720"/>
            <a:ext cx="5187029" cy="3531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8" name="그림 2">
            <a:extLst>
              <a:ext uri="{FF2B5EF4-FFF2-40B4-BE49-F238E27FC236}">
                <a16:creationId xmlns:a16="http://schemas.microsoft.com/office/drawing/2014/main" id="{BCE49AE7-BE6B-430E-AFCA-CCA3A45C5D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2880" y="1204711"/>
            <a:ext cx="5673080" cy="201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7" name="그림 3">
            <a:extLst>
              <a:ext uri="{FF2B5EF4-FFF2-40B4-BE49-F238E27FC236}">
                <a16:creationId xmlns:a16="http://schemas.microsoft.com/office/drawing/2014/main" id="{689F81E2-1886-4448-A9B7-386E2A3C0A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2879" y="3224011"/>
            <a:ext cx="5627064" cy="2686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36FB05B0-E5C0-473B-988E-2C8659F07E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AB00F82-556C-4097-8D5B-D26422AF3251}"/>
              </a:ext>
            </a:extLst>
          </p:cNvPr>
          <p:cNvSpPr/>
          <p:nvPr/>
        </p:nvSpPr>
        <p:spPr>
          <a:xfrm>
            <a:off x="182902" y="768846"/>
            <a:ext cx="9748060" cy="414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1600" b="1">
                <a:solidFill>
                  <a:srgbClr val="006699"/>
                </a:solidFill>
                <a:latin typeface="맑은 고딕" pitchFamily="50" charset="-127"/>
              </a:rPr>
              <a:t>■</a:t>
            </a:r>
            <a:r>
              <a:rPr lang="en-US" altLang="ko-KR" sz="1600" b="1">
                <a:latin typeface="+mn-ea"/>
              </a:rPr>
              <a:t> STEM EDS</a:t>
            </a:r>
            <a:r>
              <a:rPr lang="ko-KR" altLang="en-US" sz="1600" b="1">
                <a:latin typeface="+mn-ea"/>
              </a:rPr>
              <a:t> 분석결과 </a:t>
            </a:r>
            <a:r>
              <a:rPr lang="en-US" altLang="ko-KR" sz="1600" b="1">
                <a:latin typeface="+mn-ea"/>
              </a:rPr>
              <a:t>: [0817 Line scan1_ Data2]</a:t>
            </a:r>
            <a:endParaRPr lang="en-US" altLang="ko-KR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861730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71DE40A5-946B-4BAA-96FE-7E534726C1D4}"/>
              </a:ext>
            </a:extLst>
          </p:cNvPr>
          <p:cNvSpPr txBox="1">
            <a:spLocks/>
          </p:cNvSpPr>
          <p:nvPr/>
        </p:nvSpPr>
        <p:spPr>
          <a:xfrm>
            <a:off x="46343" y="132838"/>
            <a:ext cx="19239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TEM </a:t>
            </a:r>
            <a:r>
              <a:rPr lang="ko-KR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분석 결과</a:t>
            </a:r>
            <a:endParaRPr lang="ko-KR" alt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170" name="그림 4">
            <a:extLst>
              <a:ext uri="{FF2B5EF4-FFF2-40B4-BE49-F238E27FC236}">
                <a16:creationId xmlns:a16="http://schemas.microsoft.com/office/drawing/2014/main" id="{5A784A30-1774-4820-B211-D573A3BB10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567" y="1141640"/>
            <a:ext cx="4759283" cy="1493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69" name="그림 5">
            <a:extLst>
              <a:ext uri="{FF2B5EF4-FFF2-40B4-BE49-F238E27FC236}">
                <a16:creationId xmlns:a16="http://schemas.microsoft.com/office/drawing/2014/main" id="{3F6A1F28-992D-4294-972E-9CFEA56E84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472" y="2761961"/>
            <a:ext cx="4759283" cy="1493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EB625BA3-1CA8-45CC-B5ED-7870577FC5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7175" name="그림 6">
            <a:extLst>
              <a:ext uri="{FF2B5EF4-FFF2-40B4-BE49-F238E27FC236}">
                <a16:creationId xmlns:a16="http://schemas.microsoft.com/office/drawing/2014/main" id="{D6A34538-FFE0-4C43-BCE1-A546C051F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2071" y="1144651"/>
            <a:ext cx="4759283" cy="1493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그림 7">
            <a:extLst>
              <a:ext uri="{FF2B5EF4-FFF2-40B4-BE49-F238E27FC236}">
                <a16:creationId xmlns:a16="http://schemas.microsoft.com/office/drawing/2014/main" id="{DF103A2D-DE3E-4551-9C43-9BF694CFFC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2071" y="2773425"/>
            <a:ext cx="4759283" cy="1493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DF670BC-F05C-4AC7-BD0C-664DFCF0B4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7180" name="그림 8">
            <a:extLst>
              <a:ext uri="{FF2B5EF4-FFF2-40B4-BE49-F238E27FC236}">
                <a16:creationId xmlns:a16="http://schemas.microsoft.com/office/drawing/2014/main" id="{60ECD786-9268-49E3-AFB4-DA25DB30A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471" y="4398257"/>
            <a:ext cx="4759283" cy="1493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9" name="Picture 1">
            <a:extLst>
              <a:ext uri="{FF2B5EF4-FFF2-40B4-BE49-F238E27FC236}">
                <a16:creationId xmlns:a16="http://schemas.microsoft.com/office/drawing/2014/main" id="{315AC87F-A3F6-4C57-8E74-D66911056D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7753" y="4406121"/>
            <a:ext cx="4759283" cy="1493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3">
            <a:extLst>
              <a:ext uri="{FF2B5EF4-FFF2-40B4-BE49-F238E27FC236}">
                <a16:creationId xmlns:a16="http://schemas.microsoft.com/office/drawing/2014/main" id="{E0E28134-2C17-42F2-BE2E-71E0D277A2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3980B20-CF09-4FCA-BCB1-521B0BDCE499}"/>
              </a:ext>
            </a:extLst>
          </p:cNvPr>
          <p:cNvSpPr/>
          <p:nvPr/>
        </p:nvSpPr>
        <p:spPr>
          <a:xfrm>
            <a:off x="182902" y="768846"/>
            <a:ext cx="9748060" cy="414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1600" b="1">
                <a:solidFill>
                  <a:srgbClr val="006699"/>
                </a:solidFill>
                <a:latin typeface="맑은 고딕" pitchFamily="50" charset="-127"/>
              </a:rPr>
              <a:t>■</a:t>
            </a:r>
            <a:r>
              <a:rPr lang="en-US" altLang="ko-KR" sz="1600" b="1">
                <a:latin typeface="+mn-ea"/>
              </a:rPr>
              <a:t> STEM EDS</a:t>
            </a:r>
            <a:r>
              <a:rPr lang="ko-KR" altLang="en-US" sz="1600" b="1">
                <a:latin typeface="+mn-ea"/>
              </a:rPr>
              <a:t> 분석결과 </a:t>
            </a:r>
            <a:r>
              <a:rPr lang="en-US" altLang="ko-KR" sz="1600" b="1">
                <a:latin typeface="+mn-ea"/>
              </a:rPr>
              <a:t>: [0817 Line scan1_ Data2]</a:t>
            </a:r>
            <a:endParaRPr lang="en-US" altLang="ko-KR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02389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71DE40A5-946B-4BAA-96FE-7E534726C1D4}"/>
              </a:ext>
            </a:extLst>
          </p:cNvPr>
          <p:cNvSpPr txBox="1">
            <a:spLocks/>
          </p:cNvSpPr>
          <p:nvPr/>
        </p:nvSpPr>
        <p:spPr>
          <a:xfrm>
            <a:off x="46343" y="132838"/>
            <a:ext cx="19239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TEM </a:t>
            </a:r>
            <a:r>
              <a:rPr lang="ko-KR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분석 결과</a:t>
            </a:r>
            <a:endParaRPr lang="ko-KR" alt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B625BA3-1CA8-45CC-B5ED-7870577FC5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F670BC-F05C-4AC7-BD0C-664DFCF0B4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E0E28134-2C17-42F2-BE2E-71E0D277A2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CBE7480A-DA7A-49AA-B3E2-0C7B93C8351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690" y="1244765"/>
            <a:ext cx="2160000" cy="2160000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745D5BD6-BE7D-4CA9-B7B5-40843634CF3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8786" y="1234523"/>
            <a:ext cx="2160000" cy="2160000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7AD170A5-4C1A-4629-8640-F50441BD4EB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527" y="1240092"/>
            <a:ext cx="2160000" cy="2160000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DD85E5FF-21D7-43E7-A8D9-225433F867C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527" y="3900038"/>
            <a:ext cx="2160000" cy="2160000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4B09954D-E57A-4A8D-9C27-FAE46497A3C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690" y="3896590"/>
            <a:ext cx="2160000" cy="2160000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90FA36A7-96FB-485B-97D3-5D16F7D1036A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3295" y="3896590"/>
            <a:ext cx="2160000" cy="2160000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38E4599D-018F-4F6D-9702-C27AC595BFEB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0245" y="3896590"/>
            <a:ext cx="2160000" cy="216000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8C9F1B53-60D1-4261-AD1C-29DF9062A95B}"/>
              </a:ext>
            </a:extLst>
          </p:cNvPr>
          <p:cNvSpPr txBox="1"/>
          <p:nvPr/>
        </p:nvSpPr>
        <p:spPr>
          <a:xfrm>
            <a:off x="5810693" y="3400092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latin typeface="+mj-ea"/>
                <a:ea typeface="+mj-ea"/>
              </a:rPr>
              <a:t>[x100k]</a:t>
            </a:r>
            <a:endParaRPr lang="ko-KR" altLang="en-US" sz="1400" b="1">
              <a:latin typeface="+mj-ea"/>
              <a:ea typeface="+mj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EB1F326-5551-407D-B1C8-1A13765693D0}"/>
              </a:ext>
            </a:extLst>
          </p:cNvPr>
          <p:cNvSpPr txBox="1"/>
          <p:nvPr/>
        </p:nvSpPr>
        <p:spPr>
          <a:xfrm>
            <a:off x="974790" y="3391853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latin typeface="+mj-ea"/>
                <a:ea typeface="+mj-ea"/>
              </a:rPr>
              <a:t>[x30k]</a:t>
            </a:r>
            <a:endParaRPr lang="ko-KR" altLang="en-US" sz="1400" b="1">
              <a:latin typeface="+mj-ea"/>
              <a:ea typeface="+mj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E6EB55F-B6B9-485E-9C88-9C7747F2CA8F}"/>
              </a:ext>
            </a:extLst>
          </p:cNvPr>
          <p:cNvSpPr txBox="1"/>
          <p:nvPr/>
        </p:nvSpPr>
        <p:spPr>
          <a:xfrm>
            <a:off x="3407530" y="3388921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latin typeface="+mj-ea"/>
                <a:ea typeface="+mj-ea"/>
              </a:rPr>
              <a:t>[x100k]</a:t>
            </a:r>
            <a:endParaRPr lang="ko-KR" altLang="en-US" sz="1400" b="1">
              <a:latin typeface="+mj-ea"/>
              <a:ea typeface="+mj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C4CFB69-05A9-466C-B936-08F1F3B6C0C0}"/>
              </a:ext>
            </a:extLst>
          </p:cNvPr>
          <p:cNvSpPr txBox="1"/>
          <p:nvPr/>
        </p:nvSpPr>
        <p:spPr>
          <a:xfrm>
            <a:off x="5860232" y="6032341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latin typeface="+mj-ea"/>
                <a:ea typeface="+mj-ea"/>
              </a:rPr>
              <a:t>[x120k]</a:t>
            </a:r>
            <a:endParaRPr lang="ko-KR" altLang="en-US" sz="1400" b="1">
              <a:latin typeface="+mj-ea"/>
              <a:ea typeface="+mj-ea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48138EE-3A55-4616-B535-082C95F68754}"/>
              </a:ext>
            </a:extLst>
          </p:cNvPr>
          <p:cNvSpPr txBox="1"/>
          <p:nvPr/>
        </p:nvSpPr>
        <p:spPr>
          <a:xfrm>
            <a:off x="994752" y="6048351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latin typeface="+mj-ea"/>
                <a:ea typeface="+mj-ea"/>
              </a:rPr>
              <a:t>[x120k]</a:t>
            </a:r>
            <a:endParaRPr lang="ko-KR" altLang="en-US" sz="1400" b="1">
              <a:latin typeface="+mj-ea"/>
              <a:ea typeface="+mj-ea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85852D7-75A8-440A-ACAB-535E98033512}"/>
              </a:ext>
            </a:extLst>
          </p:cNvPr>
          <p:cNvSpPr txBox="1"/>
          <p:nvPr/>
        </p:nvSpPr>
        <p:spPr>
          <a:xfrm>
            <a:off x="3427492" y="6045419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latin typeface="+mj-ea"/>
                <a:ea typeface="+mj-ea"/>
              </a:rPr>
              <a:t>[x120k]</a:t>
            </a:r>
            <a:endParaRPr lang="ko-KR" altLang="en-US" sz="1400" b="1">
              <a:latin typeface="+mj-ea"/>
              <a:ea typeface="+mj-ea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EE5B959-DC1E-4D4C-BA65-57AE82CB05AC}"/>
              </a:ext>
            </a:extLst>
          </p:cNvPr>
          <p:cNvSpPr txBox="1"/>
          <p:nvPr/>
        </p:nvSpPr>
        <p:spPr>
          <a:xfrm>
            <a:off x="8263395" y="6028058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latin typeface="+mj-ea"/>
                <a:ea typeface="+mj-ea"/>
              </a:rPr>
              <a:t>[x120k]</a:t>
            </a:r>
            <a:endParaRPr lang="ko-KR" altLang="en-US" sz="1400" b="1">
              <a:latin typeface="+mj-ea"/>
              <a:ea typeface="+mj-ea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E004D9E-A90D-499A-809C-430E7508881A}"/>
              </a:ext>
            </a:extLst>
          </p:cNvPr>
          <p:cNvSpPr/>
          <p:nvPr/>
        </p:nvSpPr>
        <p:spPr>
          <a:xfrm>
            <a:off x="83294" y="692696"/>
            <a:ext cx="9748060" cy="414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1600" b="1">
                <a:solidFill>
                  <a:srgbClr val="006699"/>
                </a:solidFill>
                <a:latin typeface="맑은 고딕" pitchFamily="50" charset="-127"/>
              </a:rPr>
              <a:t>■</a:t>
            </a:r>
            <a:r>
              <a:rPr lang="en-US" altLang="ko-KR" sz="1600" b="1">
                <a:latin typeface="+mn-ea"/>
              </a:rPr>
              <a:t> STEM</a:t>
            </a:r>
            <a:r>
              <a:rPr lang="ko-KR" altLang="en-US" sz="1600" b="1">
                <a:latin typeface="+mn-ea"/>
              </a:rPr>
              <a:t> 이미지 분석결과 </a:t>
            </a:r>
            <a:r>
              <a:rPr lang="en-US" altLang="ko-KR" sz="1600" b="1">
                <a:latin typeface="+mn-ea"/>
              </a:rPr>
              <a:t>: [0973]</a:t>
            </a:r>
            <a:endParaRPr lang="en-US" altLang="ko-KR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291025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71DE40A5-946B-4BAA-96FE-7E534726C1D4}"/>
              </a:ext>
            </a:extLst>
          </p:cNvPr>
          <p:cNvSpPr txBox="1">
            <a:spLocks/>
          </p:cNvSpPr>
          <p:nvPr/>
        </p:nvSpPr>
        <p:spPr>
          <a:xfrm>
            <a:off x="46343" y="132838"/>
            <a:ext cx="19239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TEM </a:t>
            </a:r>
            <a:r>
              <a:rPr lang="ko-KR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분석 결과</a:t>
            </a:r>
            <a:endParaRPr lang="ko-KR" alt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B625BA3-1CA8-45CC-B5ED-7870577FC5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F670BC-F05C-4AC7-BD0C-664DFCF0B4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E0E28134-2C17-42F2-BE2E-71E0D277A2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C9F1B53-60D1-4261-AD1C-29DF9062A95B}"/>
              </a:ext>
            </a:extLst>
          </p:cNvPr>
          <p:cNvSpPr txBox="1"/>
          <p:nvPr/>
        </p:nvSpPr>
        <p:spPr>
          <a:xfrm>
            <a:off x="5810693" y="3400092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latin typeface="+mj-ea"/>
                <a:ea typeface="+mj-ea"/>
              </a:rPr>
              <a:t>[x100k]</a:t>
            </a:r>
            <a:endParaRPr lang="ko-KR" altLang="en-US" sz="1400" b="1">
              <a:latin typeface="+mj-ea"/>
              <a:ea typeface="+mj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EB1F326-5551-407D-B1C8-1A13765693D0}"/>
              </a:ext>
            </a:extLst>
          </p:cNvPr>
          <p:cNvSpPr txBox="1"/>
          <p:nvPr/>
        </p:nvSpPr>
        <p:spPr>
          <a:xfrm>
            <a:off x="974790" y="3391853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latin typeface="+mj-ea"/>
                <a:ea typeface="+mj-ea"/>
              </a:rPr>
              <a:t>[x30k]</a:t>
            </a:r>
            <a:endParaRPr lang="ko-KR" altLang="en-US" sz="1400" b="1">
              <a:latin typeface="+mj-ea"/>
              <a:ea typeface="+mj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E6EB55F-B6B9-485E-9C88-9C7747F2CA8F}"/>
              </a:ext>
            </a:extLst>
          </p:cNvPr>
          <p:cNvSpPr txBox="1"/>
          <p:nvPr/>
        </p:nvSpPr>
        <p:spPr>
          <a:xfrm>
            <a:off x="3407530" y="3388921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latin typeface="+mj-ea"/>
                <a:ea typeface="+mj-ea"/>
              </a:rPr>
              <a:t>[x100k]</a:t>
            </a:r>
            <a:endParaRPr lang="ko-KR" altLang="en-US" sz="1400" b="1">
              <a:latin typeface="+mj-ea"/>
              <a:ea typeface="+mj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C4CFB69-05A9-466C-B936-08F1F3B6C0C0}"/>
              </a:ext>
            </a:extLst>
          </p:cNvPr>
          <p:cNvSpPr txBox="1"/>
          <p:nvPr/>
        </p:nvSpPr>
        <p:spPr>
          <a:xfrm>
            <a:off x="5860232" y="6032341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latin typeface="+mj-ea"/>
                <a:ea typeface="+mj-ea"/>
              </a:rPr>
              <a:t>[x120k]</a:t>
            </a:r>
            <a:endParaRPr lang="ko-KR" altLang="en-US" sz="1400" b="1">
              <a:latin typeface="+mj-ea"/>
              <a:ea typeface="+mj-ea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48138EE-3A55-4616-B535-082C95F68754}"/>
              </a:ext>
            </a:extLst>
          </p:cNvPr>
          <p:cNvSpPr txBox="1"/>
          <p:nvPr/>
        </p:nvSpPr>
        <p:spPr>
          <a:xfrm>
            <a:off x="994752" y="6048351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latin typeface="+mj-ea"/>
                <a:ea typeface="+mj-ea"/>
              </a:rPr>
              <a:t>[x120k]</a:t>
            </a:r>
            <a:endParaRPr lang="ko-KR" altLang="en-US" sz="1400" b="1">
              <a:latin typeface="+mj-ea"/>
              <a:ea typeface="+mj-ea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85852D7-75A8-440A-ACAB-535E98033512}"/>
              </a:ext>
            </a:extLst>
          </p:cNvPr>
          <p:cNvSpPr txBox="1"/>
          <p:nvPr/>
        </p:nvSpPr>
        <p:spPr>
          <a:xfrm>
            <a:off x="3427492" y="6045419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latin typeface="+mj-ea"/>
                <a:ea typeface="+mj-ea"/>
              </a:rPr>
              <a:t>[x120k]</a:t>
            </a:r>
            <a:endParaRPr lang="ko-KR" altLang="en-US" sz="1400" b="1">
              <a:latin typeface="+mj-ea"/>
              <a:ea typeface="+mj-ea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EE5B959-DC1E-4D4C-BA65-57AE82CB05AC}"/>
              </a:ext>
            </a:extLst>
          </p:cNvPr>
          <p:cNvSpPr txBox="1"/>
          <p:nvPr/>
        </p:nvSpPr>
        <p:spPr>
          <a:xfrm>
            <a:off x="8263395" y="6028058"/>
            <a:ext cx="1080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latin typeface="+mj-ea"/>
                <a:ea typeface="+mj-ea"/>
              </a:rPr>
              <a:t>[x120k]</a:t>
            </a:r>
            <a:endParaRPr lang="ko-KR" altLang="en-US" sz="1400" b="1">
              <a:latin typeface="+mj-ea"/>
              <a:ea typeface="+mj-ea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9E41648-42FB-4BCE-B7D7-BBFAF72938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019" y="1228921"/>
            <a:ext cx="2160000" cy="2160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11CA89E-F57F-46A0-8DAF-627E660E2A8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4646" y="1216516"/>
            <a:ext cx="2160000" cy="21600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47D76DD4-E3D8-41C4-872B-2ADF1DC5F17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828" y="1216516"/>
            <a:ext cx="2160000" cy="216000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70BE06A9-A436-4BF2-BAD0-E5B4EB8586B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3373" y="3802553"/>
            <a:ext cx="2160000" cy="216000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E14B43A2-A147-4DC6-8E03-64094EE18D4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019" y="3790105"/>
            <a:ext cx="2160000" cy="216000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EA258DA2-C50B-45B3-A28E-7DD5E861875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4646" y="3748903"/>
            <a:ext cx="2160000" cy="216000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74D5C191-DEDA-473C-BEB0-203365CE4150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0753" y="3790105"/>
            <a:ext cx="2160000" cy="2160000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568D5FC7-4965-476A-9CF7-05A1DDC86254}"/>
              </a:ext>
            </a:extLst>
          </p:cNvPr>
          <p:cNvSpPr/>
          <p:nvPr/>
        </p:nvSpPr>
        <p:spPr>
          <a:xfrm>
            <a:off x="83294" y="692696"/>
            <a:ext cx="9748060" cy="414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1600" b="1">
                <a:solidFill>
                  <a:srgbClr val="006699"/>
                </a:solidFill>
                <a:latin typeface="맑은 고딕" pitchFamily="50" charset="-127"/>
              </a:rPr>
              <a:t>■</a:t>
            </a:r>
            <a:r>
              <a:rPr lang="en-US" altLang="ko-KR" sz="1600" b="1">
                <a:latin typeface="+mn-ea"/>
              </a:rPr>
              <a:t> STEM</a:t>
            </a:r>
            <a:r>
              <a:rPr lang="ko-KR" altLang="en-US" sz="1600" b="1">
                <a:latin typeface="+mn-ea"/>
              </a:rPr>
              <a:t> 이미지 분석결과 </a:t>
            </a:r>
            <a:r>
              <a:rPr lang="en-US" altLang="ko-KR" sz="1600" b="1">
                <a:latin typeface="+mn-ea"/>
              </a:rPr>
              <a:t>: [0973]</a:t>
            </a:r>
            <a:endParaRPr lang="en-US" altLang="ko-KR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821609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71DE40A5-946B-4BAA-96FE-7E534726C1D4}"/>
              </a:ext>
            </a:extLst>
          </p:cNvPr>
          <p:cNvSpPr txBox="1">
            <a:spLocks/>
          </p:cNvSpPr>
          <p:nvPr/>
        </p:nvSpPr>
        <p:spPr>
          <a:xfrm>
            <a:off x="46343" y="132838"/>
            <a:ext cx="19239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TEM </a:t>
            </a:r>
            <a:r>
              <a:rPr lang="ko-KR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분석 결과</a:t>
            </a:r>
            <a:endParaRPr lang="ko-KR" alt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7E03D545-7530-431D-8F2D-F0885AE42E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72" y="908720"/>
            <a:ext cx="9906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29C370AD-512A-4E62-8D2A-ACA488BF7B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982" y="1160918"/>
            <a:ext cx="1998532" cy="1795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>
            <a:extLst>
              <a:ext uri="{FF2B5EF4-FFF2-40B4-BE49-F238E27FC236}">
                <a16:creationId xmlns:a16="http://schemas.microsoft.com/office/drawing/2014/main" id="{D6BF9397-B3CC-4633-8AE2-6FD2A3AE1D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2592" y="1182177"/>
            <a:ext cx="1998532" cy="1795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3084F7FF-FD67-441C-900C-C9E9C0CA0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2933" y="1175715"/>
            <a:ext cx="1998532" cy="1795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>
            <a:extLst>
              <a:ext uri="{FF2B5EF4-FFF2-40B4-BE49-F238E27FC236}">
                <a16:creationId xmlns:a16="http://schemas.microsoft.com/office/drawing/2014/main" id="{F07A2203-1C95-4871-9AD1-1278AF5ACA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2251" y="2977959"/>
            <a:ext cx="1998532" cy="1795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3260FF27-FCC3-4546-909C-DF6AF35EEC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2592" y="2972927"/>
            <a:ext cx="1998532" cy="1795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9" name="Picture 1">
            <a:extLst>
              <a:ext uri="{FF2B5EF4-FFF2-40B4-BE49-F238E27FC236}">
                <a16:creationId xmlns:a16="http://schemas.microsoft.com/office/drawing/2014/main" id="{B4E53F49-A670-47CE-BC1D-02ED1F337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2933" y="2999663"/>
            <a:ext cx="1998532" cy="1795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1">
            <a:extLst>
              <a:ext uri="{FF2B5EF4-FFF2-40B4-BE49-F238E27FC236}">
                <a16:creationId xmlns:a16="http://schemas.microsoft.com/office/drawing/2014/main" id="{F2BDC709-42E6-402C-8535-04B0FE6B8B9B}"/>
              </a:ext>
            </a:extLst>
          </p:cNvPr>
          <p:cNvPicPr/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-879648" y="1216831"/>
            <a:ext cx="4972586" cy="3055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464C00C9-F64C-4818-9DDE-F067E0453395}"/>
              </a:ext>
            </a:extLst>
          </p:cNvPr>
          <p:cNvSpPr/>
          <p:nvPr/>
        </p:nvSpPr>
        <p:spPr>
          <a:xfrm>
            <a:off x="182902" y="768846"/>
            <a:ext cx="9748060" cy="414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1600" b="1">
                <a:solidFill>
                  <a:srgbClr val="006699"/>
                </a:solidFill>
                <a:latin typeface="맑은 고딕" pitchFamily="50" charset="-127"/>
              </a:rPr>
              <a:t>■</a:t>
            </a:r>
            <a:r>
              <a:rPr lang="en-US" altLang="ko-KR" sz="1600" b="1">
                <a:latin typeface="+mn-ea"/>
              </a:rPr>
              <a:t> STEM EDS</a:t>
            </a:r>
            <a:r>
              <a:rPr lang="ko-KR" altLang="en-US" sz="1600" b="1">
                <a:latin typeface="+mn-ea"/>
              </a:rPr>
              <a:t> 분석결과 </a:t>
            </a:r>
            <a:r>
              <a:rPr lang="en-US" altLang="ko-KR" sz="1600" b="1">
                <a:latin typeface="+mn-ea"/>
              </a:rPr>
              <a:t>: [0973 MAP]</a:t>
            </a:r>
            <a:endParaRPr lang="en-US" altLang="ko-KR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113567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71DE40A5-946B-4BAA-96FE-7E534726C1D4}"/>
              </a:ext>
            </a:extLst>
          </p:cNvPr>
          <p:cNvSpPr txBox="1">
            <a:spLocks/>
          </p:cNvSpPr>
          <p:nvPr/>
        </p:nvSpPr>
        <p:spPr>
          <a:xfrm>
            <a:off x="46343" y="132838"/>
            <a:ext cx="19239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TEM </a:t>
            </a:r>
            <a:r>
              <a:rPr lang="ko-KR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분석 결과</a:t>
            </a:r>
            <a:endParaRPr lang="ko-KR" alt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" name="Picture 1">
            <a:extLst>
              <a:ext uri="{FF2B5EF4-FFF2-40B4-BE49-F238E27FC236}">
                <a16:creationId xmlns:a16="http://schemas.microsoft.com/office/drawing/2014/main" id="{A55D8DBF-6F39-4CE3-A9D9-15A4D6C6DE0B}"/>
              </a:ext>
            </a:extLst>
          </p:cNvPr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879648" y="1124744"/>
            <a:ext cx="5612327" cy="3920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B3A1448B-E80C-4FDB-96C2-892AD4F659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657786"/>
              </p:ext>
            </p:extLst>
          </p:nvPr>
        </p:nvGraphicFramePr>
        <p:xfrm>
          <a:off x="3821806" y="1376482"/>
          <a:ext cx="5868990" cy="2189167"/>
        </p:xfrm>
        <a:graphic>
          <a:graphicData uri="http://schemas.openxmlformats.org/drawingml/2006/table">
            <a:tbl>
              <a:tblPr firstRow="1" firstCol="1" bandRow="1"/>
              <a:tblGrid>
                <a:gridCol w="972000">
                  <a:extLst>
                    <a:ext uri="{9D8B030D-6E8A-4147-A177-3AD203B41FA5}">
                      <a16:colId xmlns:a16="http://schemas.microsoft.com/office/drawing/2014/main" val="1099281848"/>
                    </a:ext>
                  </a:extLst>
                </a:gridCol>
                <a:gridCol w="489699">
                  <a:extLst>
                    <a:ext uri="{9D8B030D-6E8A-4147-A177-3AD203B41FA5}">
                      <a16:colId xmlns:a16="http://schemas.microsoft.com/office/drawing/2014/main" val="2782318834"/>
                    </a:ext>
                  </a:extLst>
                </a:gridCol>
                <a:gridCol w="489699">
                  <a:extLst>
                    <a:ext uri="{9D8B030D-6E8A-4147-A177-3AD203B41FA5}">
                      <a16:colId xmlns:a16="http://schemas.microsoft.com/office/drawing/2014/main" val="3421270219"/>
                    </a:ext>
                  </a:extLst>
                </a:gridCol>
                <a:gridCol w="489699">
                  <a:extLst>
                    <a:ext uri="{9D8B030D-6E8A-4147-A177-3AD203B41FA5}">
                      <a16:colId xmlns:a16="http://schemas.microsoft.com/office/drawing/2014/main" val="2810598411"/>
                    </a:ext>
                  </a:extLst>
                </a:gridCol>
                <a:gridCol w="489699">
                  <a:extLst>
                    <a:ext uri="{9D8B030D-6E8A-4147-A177-3AD203B41FA5}">
                      <a16:colId xmlns:a16="http://schemas.microsoft.com/office/drawing/2014/main" val="758767674"/>
                    </a:ext>
                  </a:extLst>
                </a:gridCol>
                <a:gridCol w="489699">
                  <a:extLst>
                    <a:ext uri="{9D8B030D-6E8A-4147-A177-3AD203B41FA5}">
                      <a16:colId xmlns:a16="http://schemas.microsoft.com/office/drawing/2014/main" val="230336108"/>
                    </a:ext>
                  </a:extLst>
                </a:gridCol>
                <a:gridCol w="489699">
                  <a:extLst>
                    <a:ext uri="{9D8B030D-6E8A-4147-A177-3AD203B41FA5}">
                      <a16:colId xmlns:a16="http://schemas.microsoft.com/office/drawing/2014/main" val="238674592"/>
                    </a:ext>
                  </a:extLst>
                </a:gridCol>
                <a:gridCol w="489699">
                  <a:extLst>
                    <a:ext uri="{9D8B030D-6E8A-4147-A177-3AD203B41FA5}">
                      <a16:colId xmlns:a16="http://schemas.microsoft.com/office/drawing/2014/main" val="3332366849"/>
                    </a:ext>
                  </a:extLst>
                </a:gridCol>
                <a:gridCol w="489699">
                  <a:extLst>
                    <a:ext uri="{9D8B030D-6E8A-4147-A177-3AD203B41FA5}">
                      <a16:colId xmlns:a16="http://schemas.microsoft.com/office/drawing/2014/main" val="1689793466"/>
                    </a:ext>
                  </a:extLst>
                </a:gridCol>
                <a:gridCol w="489699">
                  <a:extLst>
                    <a:ext uri="{9D8B030D-6E8A-4147-A177-3AD203B41FA5}">
                      <a16:colId xmlns:a16="http://schemas.microsoft.com/office/drawing/2014/main" val="2811461764"/>
                    </a:ext>
                  </a:extLst>
                </a:gridCol>
                <a:gridCol w="489699">
                  <a:extLst>
                    <a:ext uri="{9D8B030D-6E8A-4147-A177-3AD203B41FA5}">
                      <a16:colId xmlns:a16="http://schemas.microsoft.com/office/drawing/2014/main" val="2064268063"/>
                    </a:ext>
                  </a:extLst>
                </a:gridCol>
              </a:tblGrid>
              <a:tr h="147069">
                <a:tc gridSpan="1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Wt%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7021847"/>
                  </a:ext>
                </a:extLst>
              </a:tr>
              <a:tr h="14706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Spectrum Label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C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O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Mg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Si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P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Ti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Cr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Mn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Fe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Cu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7227533"/>
                  </a:ext>
                </a:extLst>
              </a:tr>
              <a:tr h="1684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Spectrum 4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35.56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27.65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0.52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10.34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25.94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8020695"/>
                  </a:ext>
                </a:extLst>
              </a:tr>
              <a:tr h="1684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Spectrum 5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33.77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27.73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6.76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31.74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2759035"/>
                  </a:ext>
                </a:extLst>
              </a:tr>
              <a:tr h="1684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Spectrum 6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39.16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32.77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2.63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25.44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2963436"/>
                  </a:ext>
                </a:extLst>
              </a:tr>
              <a:tr h="1684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Spectrum 7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34.59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27.99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1.57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8.85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27.00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6492900"/>
                  </a:ext>
                </a:extLst>
              </a:tr>
              <a:tr h="1684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Spectrum 8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34.30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28.03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1.80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4.24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31.63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440553"/>
                  </a:ext>
                </a:extLst>
              </a:tr>
              <a:tr h="1684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Spectrum 9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12.40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10.62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53.69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23.30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8887686"/>
                  </a:ext>
                </a:extLst>
              </a:tr>
              <a:tr h="1684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Spectrum 10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5.66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5.06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69.75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19.52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1357012"/>
                  </a:ext>
                </a:extLst>
              </a:tr>
              <a:tr h="1684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Spectrum 11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3.55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21.07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13.73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5.50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0.83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21.47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33.86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337278"/>
                  </a:ext>
                </a:extLst>
              </a:tr>
              <a:tr h="1684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Spectrum 12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27.29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19.24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1.58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27.02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24.88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3913719"/>
                  </a:ext>
                </a:extLst>
              </a:tr>
              <a:tr h="1684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Spectrum 13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22.31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10.58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0.53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0.86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2.34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41.79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21.58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5957678"/>
                  </a:ext>
                </a:extLst>
              </a:tr>
              <a:tr h="1684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Spectrum 14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13.51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11.64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54.65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20.20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5148293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1A266C6E-70C5-4BB2-9782-1357469C70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1936088"/>
              </p:ext>
            </p:extLst>
          </p:nvPr>
        </p:nvGraphicFramePr>
        <p:xfrm>
          <a:off x="3821806" y="3755141"/>
          <a:ext cx="5868990" cy="2345261"/>
        </p:xfrm>
        <a:graphic>
          <a:graphicData uri="http://schemas.openxmlformats.org/drawingml/2006/table">
            <a:tbl>
              <a:tblPr firstRow="1" firstCol="1" bandRow="1"/>
              <a:tblGrid>
                <a:gridCol w="972000">
                  <a:extLst>
                    <a:ext uri="{9D8B030D-6E8A-4147-A177-3AD203B41FA5}">
                      <a16:colId xmlns:a16="http://schemas.microsoft.com/office/drawing/2014/main" val="1099281848"/>
                    </a:ext>
                  </a:extLst>
                </a:gridCol>
                <a:gridCol w="489699">
                  <a:extLst>
                    <a:ext uri="{9D8B030D-6E8A-4147-A177-3AD203B41FA5}">
                      <a16:colId xmlns:a16="http://schemas.microsoft.com/office/drawing/2014/main" val="2782318834"/>
                    </a:ext>
                  </a:extLst>
                </a:gridCol>
                <a:gridCol w="489699">
                  <a:extLst>
                    <a:ext uri="{9D8B030D-6E8A-4147-A177-3AD203B41FA5}">
                      <a16:colId xmlns:a16="http://schemas.microsoft.com/office/drawing/2014/main" val="3421270219"/>
                    </a:ext>
                  </a:extLst>
                </a:gridCol>
                <a:gridCol w="489699">
                  <a:extLst>
                    <a:ext uri="{9D8B030D-6E8A-4147-A177-3AD203B41FA5}">
                      <a16:colId xmlns:a16="http://schemas.microsoft.com/office/drawing/2014/main" val="2810598411"/>
                    </a:ext>
                  </a:extLst>
                </a:gridCol>
                <a:gridCol w="489699">
                  <a:extLst>
                    <a:ext uri="{9D8B030D-6E8A-4147-A177-3AD203B41FA5}">
                      <a16:colId xmlns:a16="http://schemas.microsoft.com/office/drawing/2014/main" val="758767674"/>
                    </a:ext>
                  </a:extLst>
                </a:gridCol>
                <a:gridCol w="489699">
                  <a:extLst>
                    <a:ext uri="{9D8B030D-6E8A-4147-A177-3AD203B41FA5}">
                      <a16:colId xmlns:a16="http://schemas.microsoft.com/office/drawing/2014/main" val="230336108"/>
                    </a:ext>
                  </a:extLst>
                </a:gridCol>
                <a:gridCol w="489699">
                  <a:extLst>
                    <a:ext uri="{9D8B030D-6E8A-4147-A177-3AD203B41FA5}">
                      <a16:colId xmlns:a16="http://schemas.microsoft.com/office/drawing/2014/main" val="238674592"/>
                    </a:ext>
                  </a:extLst>
                </a:gridCol>
                <a:gridCol w="489699">
                  <a:extLst>
                    <a:ext uri="{9D8B030D-6E8A-4147-A177-3AD203B41FA5}">
                      <a16:colId xmlns:a16="http://schemas.microsoft.com/office/drawing/2014/main" val="3332366849"/>
                    </a:ext>
                  </a:extLst>
                </a:gridCol>
                <a:gridCol w="489699">
                  <a:extLst>
                    <a:ext uri="{9D8B030D-6E8A-4147-A177-3AD203B41FA5}">
                      <a16:colId xmlns:a16="http://schemas.microsoft.com/office/drawing/2014/main" val="1689793466"/>
                    </a:ext>
                  </a:extLst>
                </a:gridCol>
                <a:gridCol w="489699">
                  <a:extLst>
                    <a:ext uri="{9D8B030D-6E8A-4147-A177-3AD203B41FA5}">
                      <a16:colId xmlns:a16="http://schemas.microsoft.com/office/drawing/2014/main" val="2811461764"/>
                    </a:ext>
                  </a:extLst>
                </a:gridCol>
                <a:gridCol w="489699">
                  <a:extLst>
                    <a:ext uri="{9D8B030D-6E8A-4147-A177-3AD203B41FA5}">
                      <a16:colId xmlns:a16="http://schemas.microsoft.com/office/drawing/2014/main" val="2064268063"/>
                    </a:ext>
                  </a:extLst>
                </a:gridCol>
              </a:tblGrid>
              <a:tr h="147069">
                <a:tc gridSpan="1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At%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4198057"/>
                  </a:ext>
                </a:extLst>
              </a:tr>
              <a:tr h="19660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Spectrum Label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C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O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Mg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Si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P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Ti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Cr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Mn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Fe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Cu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7227533"/>
                  </a:ext>
                </a:extLst>
              </a:tr>
              <a:tr h="1684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Spectrum 4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58.34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25.84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0.25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4.86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10.72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8020695"/>
                  </a:ext>
                </a:extLst>
              </a:tr>
              <a:tr h="1684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Spectrum 5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56.76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26.56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3.26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13.43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2759035"/>
                  </a:ext>
                </a:extLst>
              </a:tr>
              <a:tr h="1684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Spectrum 6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60.26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28.73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1.16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9.86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2963436"/>
                  </a:ext>
                </a:extLst>
              </a:tr>
              <a:tr h="1684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Spectrum 7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57.31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26.42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0.80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4.20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11.27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6492900"/>
                  </a:ext>
                </a:extLst>
              </a:tr>
              <a:tr h="1684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Spectrum 8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57.17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26.61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0.92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2.02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13.27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440553"/>
                  </a:ext>
                </a:extLst>
              </a:tr>
              <a:tr h="1684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Spectrum 9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31.24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15.24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38.75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14.78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8887686"/>
                  </a:ext>
                </a:extLst>
              </a:tr>
              <a:tr h="1684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Spectrum 10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16.93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8.62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59.75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14.70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1357012"/>
                  </a:ext>
                </a:extLst>
              </a:tr>
              <a:tr h="1684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Spectrum 11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8.93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39.81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17.08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5.92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0.52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11.62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16.11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337278"/>
                  </a:ext>
                </a:extLst>
              </a:tr>
              <a:tr h="1684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Spectrum 12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51.77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20.79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0.87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14.68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11.88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3913719"/>
                  </a:ext>
                </a:extLst>
              </a:tr>
              <a:tr h="1684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Spectrum 13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47.50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12.84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0.59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0.57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1.45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25.49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11.57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5957678"/>
                  </a:ext>
                </a:extLst>
              </a:tr>
              <a:tr h="1684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Spectrum 14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33.05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16.22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38.29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12.44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5148293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28319389-0BAF-45F2-AEAD-8FF490A7E363}"/>
              </a:ext>
            </a:extLst>
          </p:cNvPr>
          <p:cNvSpPr/>
          <p:nvPr/>
        </p:nvSpPr>
        <p:spPr>
          <a:xfrm>
            <a:off x="78970" y="708711"/>
            <a:ext cx="9748060" cy="414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1600" b="1">
                <a:solidFill>
                  <a:srgbClr val="006699"/>
                </a:solidFill>
                <a:latin typeface="맑은 고딕" pitchFamily="50" charset="-127"/>
              </a:rPr>
              <a:t>■</a:t>
            </a:r>
            <a:r>
              <a:rPr lang="en-US" altLang="ko-KR" sz="1600" b="1">
                <a:latin typeface="+mn-ea"/>
              </a:rPr>
              <a:t> STEM EDS</a:t>
            </a:r>
            <a:r>
              <a:rPr lang="ko-KR" altLang="en-US" sz="1600" b="1">
                <a:latin typeface="+mn-ea"/>
              </a:rPr>
              <a:t> 분석결과 </a:t>
            </a:r>
            <a:r>
              <a:rPr lang="en-US" altLang="ko-KR" sz="1600" b="1">
                <a:latin typeface="+mn-ea"/>
              </a:rPr>
              <a:t>: [0973 Point]</a:t>
            </a:r>
            <a:endParaRPr lang="en-US" altLang="ko-KR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949363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71DE40A5-946B-4BAA-96FE-7E534726C1D4}"/>
              </a:ext>
            </a:extLst>
          </p:cNvPr>
          <p:cNvSpPr txBox="1">
            <a:spLocks/>
          </p:cNvSpPr>
          <p:nvPr/>
        </p:nvSpPr>
        <p:spPr>
          <a:xfrm>
            <a:off x="46343" y="132838"/>
            <a:ext cx="19239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TEM </a:t>
            </a:r>
            <a:r>
              <a:rPr lang="ko-KR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분석 결과</a:t>
            </a:r>
            <a:endParaRPr lang="ko-KR" alt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4" name="Picture 1">
            <a:extLst>
              <a:ext uri="{FF2B5EF4-FFF2-40B4-BE49-F238E27FC236}">
                <a16:creationId xmlns:a16="http://schemas.microsoft.com/office/drawing/2014/main" id="{5873E207-6D86-448A-B6DA-1813B114B88A}"/>
              </a:ext>
            </a:extLst>
          </p:cNvPr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39827" y="1082398"/>
            <a:ext cx="4818936" cy="2987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1">
            <a:extLst>
              <a:ext uri="{FF2B5EF4-FFF2-40B4-BE49-F238E27FC236}">
                <a16:creationId xmlns:a16="http://schemas.microsoft.com/office/drawing/2014/main" id="{0F15DE9E-E747-4EAA-BCAA-6801B116F5BE}"/>
              </a:ext>
            </a:extLst>
          </p:cNvPr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27983" y="4037119"/>
            <a:ext cx="8050978" cy="24698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3F6EFA6-B360-4F42-8DE2-440D3AE07F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6488964"/>
              </p:ext>
            </p:extLst>
          </p:nvPr>
        </p:nvGraphicFramePr>
        <p:xfrm>
          <a:off x="3850904" y="1325626"/>
          <a:ext cx="5868990" cy="937838"/>
        </p:xfrm>
        <a:graphic>
          <a:graphicData uri="http://schemas.openxmlformats.org/drawingml/2006/table">
            <a:tbl>
              <a:tblPr firstRow="1" firstCol="1" bandRow="1"/>
              <a:tblGrid>
                <a:gridCol w="972000">
                  <a:extLst>
                    <a:ext uri="{9D8B030D-6E8A-4147-A177-3AD203B41FA5}">
                      <a16:colId xmlns:a16="http://schemas.microsoft.com/office/drawing/2014/main" val="2992719822"/>
                    </a:ext>
                  </a:extLst>
                </a:gridCol>
                <a:gridCol w="489699">
                  <a:extLst>
                    <a:ext uri="{9D8B030D-6E8A-4147-A177-3AD203B41FA5}">
                      <a16:colId xmlns:a16="http://schemas.microsoft.com/office/drawing/2014/main" val="1423292232"/>
                    </a:ext>
                  </a:extLst>
                </a:gridCol>
                <a:gridCol w="489699">
                  <a:extLst>
                    <a:ext uri="{9D8B030D-6E8A-4147-A177-3AD203B41FA5}">
                      <a16:colId xmlns:a16="http://schemas.microsoft.com/office/drawing/2014/main" val="1874722889"/>
                    </a:ext>
                  </a:extLst>
                </a:gridCol>
                <a:gridCol w="489699">
                  <a:extLst>
                    <a:ext uri="{9D8B030D-6E8A-4147-A177-3AD203B41FA5}">
                      <a16:colId xmlns:a16="http://schemas.microsoft.com/office/drawing/2014/main" val="3443021764"/>
                    </a:ext>
                  </a:extLst>
                </a:gridCol>
                <a:gridCol w="489699">
                  <a:extLst>
                    <a:ext uri="{9D8B030D-6E8A-4147-A177-3AD203B41FA5}">
                      <a16:colId xmlns:a16="http://schemas.microsoft.com/office/drawing/2014/main" val="3407077132"/>
                    </a:ext>
                  </a:extLst>
                </a:gridCol>
                <a:gridCol w="489699">
                  <a:extLst>
                    <a:ext uri="{9D8B030D-6E8A-4147-A177-3AD203B41FA5}">
                      <a16:colId xmlns:a16="http://schemas.microsoft.com/office/drawing/2014/main" val="1729808880"/>
                    </a:ext>
                  </a:extLst>
                </a:gridCol>
                <a:gridCol w="489699">
                  <a:extLst>
                    <a:ext uri="{9D8B030D-6E8A-4147-A177-3AD203B41FA5}">
                      <a16:colId xmlns:a16="http://schemas.microsoft.com/office/drawing/2014/main" val="3538239756"/>
                    </a:ext>
                  </a:extLst>
                </a:gridCol>
                <a:gridCol w="489699">
                  <a:extLst>
                    <a:ext uri="{9D8B030D-6E8A-4147-A177-3AD203B41FA5}">
                      <a16:colId xmlns:a16="http://schemas.microsoft.com/office/drawing/2014/main" val="1254612078"/>
                    </a:ext>
                  </a:extLst>
                </a:gridCol>
                <a:gridCol w="489699">
                  <a:extLst>
                    <a:ext uri="{9D8B030D-6E8A-4147-A177-3AD203B41FA5}">
                      <a16:colId xmlns:a16="http://schemas.microsoft.com/office/drawing/2014/main" val="3296922297"/>
                    </a:ext>
                  </a:extLst>
                </a:gridCol>
                <a:gridCol w="489699">
                  <a:extLst>
                    <a:ext uri="{9D8B030D-6E8A-4147-A177-3AD203B41FA5}">
                      <a16:colId xmlns:a16="http://schemas.microsoft.com/office/drawing/2014/main" val="2143955341"/>
                    </a:ext>
                  </a:extLst>
                </a:gridCol>
                <a:gridCol w="489699">
                  <a:extLst>
                    <a:ext uri="{9D8B030D-6E8A-4147-A177-3AD203B41FA5}">
                      <a16:colId xmlns:a16="http://schemas.microsoft.com/office/drawing/2014/main" val="323260677"/>
                    </a:ext>
                  </a:extLst>
                </a:gridCol>
              </a:tblGrid>
              <a:tr h="311394">
                <a:tc gridSpan="1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Wt%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7703878"/>
                  </a:ext>
                </a:extLst>
              </a:tr>
              <a:tr h="31316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Spectrum Label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C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O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Mg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Si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P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Ti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Cr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Mn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Fe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Cu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591358"/>
                  </a:ext>
                </a:extLst>
              </a:tr>
              <a:tr h="31327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Spectrum 4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0 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35.56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27.65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0.52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10.34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25.94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542136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F2983061-3CDC-45F8-87D1-37B4CB0497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6357998"/>
              </p:ext>
            </p:extLst>
          </p:nvPr>
        </p:nvGraphicFramePr>
        <p:xfrm>
          <a:off x="3872880" y="2576063"/>
          <a:ext cx="5868990" cy="1005419"/>
        </p:xfrm>
        <a:graphic>
          <a:graphicData uri="http://schemas.openxmlformats.org/drawingml/2006/table">
            <a:tbl>
              <a:tblPr firstRow="1" firstCol="1" bandRow="1"/>
              <a:tblGrid>
                <a:gridCol w="972000">
                  <a:extLst>
                    <a:ext uri="{9D8B030D-6E8A-4147-A177-3AD203B41FA5}">
                      <a16:colId xmlns:a16="http://schemas.microsoft.com/office/drawing/2014/main" val="784408114"/>
                    </a:ext>
                  </a:extLst>
                </a:gridCol>
                <a:gridCol w="489699">
                  <a:extLst>
                    <a:ext uri="{9D8B030D-6E8A-4147-A177-3AD203B41FA5}">
                      <a16:colId xmlns:a16="http://schemas.microsoft.com/office/drawing/2014/main" val="2909163848"/>
                    </a:ext>
                  </a:extLst>
                </a:gridCol>
                <a:gridCol w="489699">
                  <a:extLst>
                    <a:ext uri="{9D8B030D-6E8A-4147-A177-3AD203B41FA5}">
                      <a16:colId xmlns:a16="http://schemas.microsoft.com/office/drawing/2014/main" val="939307202"/>
                    </a:ext>
                  </a:extLst>
                </a:gridCol>
                <a:gridCol w="489699">
                  <a:extLst>
                    <a:ext uri="{9D8B030D-6E8A-4147-A177-3AD203B41FA5}">
                      <a16:colId xmlns:a16="http://schemas.microsoft.com/office/drawing/2014/main" val="2419688287"/>
                    </a:ext>
                  </a:extLst>
                </a:gridCol>
                <a:gridCol w="489699">
                  <a:extLst>
                    <a:ext uri="{9D8B030D-6E8A-4147-A177-3AD203B41FA5}">
                      <a16:colId xmlns:a16="http://schemas.microsoft.com/office/drawing/2014/main" val="4050837622"/>
                    </a:ext>
                  </a:extLst>
                </a:gridCol>
                <a:gridCol w="489699">
                  <a:extLst>
                    <a:ext uri="{9D8B030D-6E8A-4147-A177-3AD203B41FA5}">
                      <a16:colId xmlns:a16="http://schemas.microsoft.com/office/drawing/2014/main" val="3129377956"/>
                    </a:ext>
                  </a:extLst>
                </a:gridCol>
                <a:gridCol w="489699">
                  <a:extLst>
                    <a:ext uri="{9D8B030D-6E8A-4147-A177-3AD203B41FA5}">
                      <a16:colId xmlns:a16="http://schemas.microsoft.com/office/drawing/2014/main" val="2289471454"/>
                    </a:ext>
                  </a:extLst>
                </a:gridCol>
                <a:gridCol w="489699">
                  <a:extLst>
                    <a:ext uri="{9D8B030D-6E8A-4147-A177-3AD203B41FA5}">
                      <a16:colId xmlns:a16="http://schemas.microsoft.com/office/drawing/2014/main" val="4201809728"/>
                    </a:ext>
                  </a:extLst>
                </a:gridCol>
                <a:gridCol w="489699">
                  <a:extLst>
                    <a:ext uri="{9D8B030D-6E8A-4147-A177-3AD203B41FA5}">
                      <a16:colId xmlns:a16="http://schemas.microsoft.com/office/drawing/2014/main" val="3598777344"/>
                    </a:ext>
                  </a:extLst>
                </a:gridCol>
                <a:gridCol w="489699">
                  <a:extLst>
                    <a:ext uri="{9D8B030D-6E8A-4147-A177-3AD203B41FA5}">
                      <a16:colId xmlns:a16="http://schemas.microsoft.com/office/drawing/2014/main" val="2872347204"/>
                    </a:ext>
                  </a:extLst>
                </a:gridCol>
                <a:gridCol w="489699">
                  <a:extLst>
                    <a:ext uri="{9D8B030D-6E8A-4147-A177-3AD203B41FA5}">
                      <a16:colId xmlns:a16="http://schemas.microsoft.com/office/drawing/2014/main" val="2150693783"/>
                    </a:ext>
                  </a:extLst>
                </a:gridCol>
              </a:tblGrid>
              <a:tr h="333949">
                <a:tc gridSpan="1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At%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677085"/>
                  </a:ext>
                </a:extLst>
              </a:tr>
              <a:tr h="3357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Spectrum Label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C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O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Mg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Si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P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Ti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Cr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Mn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Fe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Cu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8092560"/>
                  </a:ext>
                </a:extLst>
              </a:tr>
              <a:tr h="3357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Spectrum 4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58.34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25.84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0.25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4.86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10.72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8042713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882F05C5-DCD5-45E9-825A-77B8D8D16395}"/>
              </a:ext>
            </a:extLst>
          </p:cNvPr>
          <p:cNvSpPr/>
          <p:nvPr/>
        </p:nvSpPr>
        <p:spPr>
          <a:xfrm>
            <a:off x="78970" y="708711"/>
            <a:ext cx="9748060" cy="414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1600" b="1">
                <a:solidFill>
                  <a:srgbClr val="006699"/>
                </a:solidFill>
                <a:latin typeface="맑은 고딕" pitchFamily="50" charset="-127"/>
              </a:rPr>
              <a:t>■</a:t>
            </a:r>
            <a:r>
              <a:rPr lang="en-US" altLang="ko-KR" sz="1600" b="1">
                <a:latin typeface="+mn-ea"/>
              </a:rPr>
              <a:t> STEM EDS</a:t>
            </a:r>
            <a:r>
              <a:rPr lang="ko-KR" altLang="en-US" sz="1600" b="1">
                <a:latin typeface="+mn-ea"/>
              </a:rPr>
              <a:t> 분석결과 </a:t>
            </a:r>
            <a:r>
              <a:rPr lang="en-US" altLang="ko-KR" sz="1600" b="1">
                <a:latin typeface="+mn-ea"/>
              </a:rPr>
              <a:t>: [0973 Point] –Spectrum4</a:t>
            </a:r>
            <a:endParaRPr lang="en-US" altLang="ko-KR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51828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ChangeArrowheads="1"/>
          </p:cNvSpPr>
          <p:nvPr/>
        </p:nvSpPr>
        <p:spPr bwMode="auto">
          <a:xfrm>
            <a:off x="0" y="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71DE40A5-946B-4BAA-96FE-7E534726C1D4}"/>
              </a:ext>
            </a:extLst>
          </p:cNvPr>
          <p:cNvSpPr txBox="1">
            <a:spLocks/>
          </p:cNvSpPr>
          <p:nvPr/>
        </p:nvSpPr>
        <p:spPr>
          <a:xfrm>
            <a:off x="46343" y="132838"/>
            <a:ext cx="19239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TEM </a:t>
            </a:r>
            <a:r>
              <a:rPr lang="ko-KR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분석 결과</a:t>
            </a:r>
            <a:endParaRPr lang="ko-KR" alt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4" name="Picture 1">
            <a:extLst>
              <a:ext uri="{FF2B5EF4-FFF2-40B4-BE49-F238E27FC236}">
                <a16:creationId xmlns:a16="http://schemas.microsoft.com/office/drawing/2014/main" id="{5873E207-6D86-448A-B6DA-1813B114B88A}"/>
              </a:ext>
            </a:extLst>
          </p:cNvPr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39827" y="1082398"/>
            <a:ext cx="4818936" cy="2987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3F6EFA6-B360-4F42-8DE2-440D3AE07F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8388019"/>
              </p:ext>
            </p:extLst>
          </p:nvPr>
        </p:nvGraphicFramePr>
        <p:xfrm>
          <a:off x="3872880" y="1411042"/>
          <a:ext cx="5868990" cy="937837"/>
        </p:xfrm>
        <a:graphic>
          <a:graphicData uri="http://schemas.openxmlformats.org/drawingml/2006/table">
            <a:tbl>
              <a:tblPr firstRow="1" firstCol="1" bandRow="1"/>
              <a:tblGrid>
                <a:gridCol w="972000">
                  <a:extLst>
                    <a:ext uri="{9D8B030D-6E8A-4147-A177-3AD203B41FA5}">
                      <a16:colId xmlns:a16="http://schemas.microsoft.com/office/drawing/2014/main" val="2992719822"/>
                    </a:ext>
                  </a:extLst>
                </a:gridCol>
                <a:gridCol w="489699">
                  <a:extLst>
                    <a:ext uri="{9D8B030D-6E8A-4147-A177-3AD203B41FA5}">
                      <a16:colId xmlns:a16="http://schemas.microsoft.com/office/drawing/2014/main" val="1423292232"/>
                    </a:ext>
                  </a:extLst>
                </a:gridCol>
                <a:gridCol w="489699">
                  <a:extLst>
                    <a:ext uri="{9D8B030D-6E8A-4147-A177-3AD203B41FA5}">
                      <a16:colId xmlns:a16="http://schemas.microsoft.com/office/drawing/2014/main" val="1874722889"/>
                    </a:ext>
                  </a:extLst>
                </a:gridCol>
                <a:gridCol w="489699">
                  <a:extLst>
                    <a:ext uri="{9D8B030D-6E8A-4147-A177-3AD203B41FA5}">
                      <a16:colId xmlns:a16="http://schemas.microsoft.com/office/drawing/2014/main" val="3443021764"/>
                    </a:ext>
                  </a:extLst>
                </a:gridCol>
                <a:gridCol w="489699">
                  <a:extLst>
                    <a:ext uri="{9D8B030D-6E8A-4147-A177-3AD203B41FA5}">
                      <a16:colId xmlns:a16="http://schemas.microsoft.com/office/drawing/2014/main" val="3407077132"/>
                    </a:ext>
                  </a:extLst>
                </a:gridCol>
                <a:gridCol w="489699">
                  <a:extLst>
                    <a:ext uri="{9D8B030D-6E8A-4147-A177-3AD203B41FA5}">
                      <a16:colId xmlns:a16="http://schemas.microsoft.com/office/drawing/2014/main" val="1729808880"/>
                    </a:ext>
                  </a:extLst>
                </a:gridCol>
                <a:gridCol w="489699">
                  <a:extLst>
                    <a:ext uri="{9D8B030D-6E8A-4147-A177-3AD203B41FA5}">
                      <a16:colId xmlns:a16="http://schemas.microsoft.com/office/drawing/2014/main" val="3538239756"/>
                    </a:ext>
                  </a:extLst>
                </a:gridCol>
                <a:gridCol w="489699">
                  <a:extLst>
                    <a:ext uri="{9D8B030D-6E8A-4147-A177-3AD203B41FA5}">
                      <a16:colId xmlns:a16="http://schemas.microsoft.com/office/drawing/2014/main" val="1254612078"/>
                    </a:ext>
                  </a:extLst>
                </a:gridCol>
                <a:gridCol w="489699">
                  <a:extLst>
                    <a:ext uri="{9D8B030D-6E8A-4147-A177-3AD203B41FA5}">
                      <a16:colId xmlns:a16="http://schemas.microsoft.com/office/drawing/2014/main" val="3296922297"/>
                    </a:ext>
                  </a:extLst>
                </a:gridCol>
                <a:gridCol w="489699">
                  <a:extLst>
                    <a:ext uri="{9D8B030D-6E8A-4147-A177-3AD203B41FA5}">
                      <a16:colId xmlns:a16="http://schemas.microsoft.com/office/drawing/2014/main" val="2143955341"/>
                    </a:ext>
                  </a:extLst>
                </a:gridCol>
                <a:gridCol w="489699">
                  <a:extLst>
                    <a:ext uri="{9D8B030D-6E8A-4147-A177-3AD203B41FA5}">
                      <a16:colId xmlns:a16="http://schemas.microsoft.com/office/drawing/2014/main" val="323260677"/>
                    </a:ext>
                  </a:extLst>
                </a:gridCol>
              </a:tblGrid>
              <a:tr h="311394">
                <a:tc gridSpan="1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Wt%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7703878"/>
                  </a:ext>
                </a:extLst>
              </a:tr>
              <a:tr h="31316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Spectrum Label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C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O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Mg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Si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P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Ti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Cr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Mn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Fe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Cu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591358"/>
                  </a:ext>
                </a:extLst>
              </a:tr>
              <a:tr h="31327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Spectrum 5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33.77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27.73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6.76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31.74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4168" marR="4168" marT="4168" marB="41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542136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F2983061-3CDC-45F8-87D1-37B4CB0497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1044998"/>
              </p:ext>
            </p:extLst>
          </p:nvPr>
        </p:nvGraphicFramePr>
        <p:xfrm>
          <a:off x="3872880" y="2574628"/>
          <a:ext cx="5868990" cy="937829"/>
        </p:xfrm>
        <a:graphic>
          <a:graphicData uri="http://schemas.openxmlformats.org/drawingml/2006/table">
            <a:tbl>
              <a:tblPr firstRow="1" firstCol="1" bandRow="1"/>
              <a:tblGrid>
                <a:gridCol w="972000">
                  <a:extLst>
                    <a:ext uri="{9D8B030D-6E8A-4147-A177-3AD203B41FA5}">
                      <a16:colId xmlns:a16="http://schemas.microsoft.com/office/drawing/2014/main" val="784408114"/>
                    </a:ext>
                  </a:extLst>
                </a:gridCol>
                <a:gridCol w="489699">
                  <a:extLst>
                    <a:ext uri="{9D8B030D-6E8A-4147-A177-3AD203B41FA5}">
                      <a16:colId xmlns:a16="http://schemas.microsoft.com/office/drawing/2014/main" val="2909163848"/>
                    </a:ext>
                  </a:extLst>
                </a:gridCol>
                <a:gridCol w="489699">
                  <a:extLst>
                    <a:ext uri="{9D8B030D-6E8A-4147-A177-3AD203B41FA5}">
                      <a16:colId xmlns:a16="http://schemas.microsoft.com/office/drawing/2014/main" val="939307202"/>
                    </a:ext>
                  </a:extLst>
                </a:gridCol>
                <a:gridCol w="489699">
                  <a:extLst>
                    <a:ext uri="{9D8B030D-6E8A-4147-A177-3AD203B41FA5}">
                      <a16:colId xmlns:a16="http://schemas.microsoft.com/office/drawing/2014/main" val="2419688287"/>
                    </a:ext>
                  </a:extLst>
                </a:gridCol>
                <a:gridCol w="489699">
                  <a:extLst>
                    <a:ext uri="{9D8B030D-6E8A-4147-A177-3AD203B41FA5}">
                      <a16:colId xmlns:a16="http://schemas.microsoft.com/office/drawing/2014/main" val="4050837622"/>
                    </a:ext>
                  </a:extLst>
                </a:gridCol>
                <a:gridCol w="489699">
                  <a:extLst>
                    <a:ext uri="{9D8B030D-6E8A-4147-A177-3AD203B41FA5}">
                      <a16:colId xmlns:a16="http://schemas.microsoft.com/office/drawing/2014/main" val="3129377956"/>
                    </a:ext>
                  </a:extLst>
                </a:gridCol>
                <a:gridCol w="489699">
                  <a:extLst>
                    <a:ext uri="{9D8B030D-6E8A-4147-A177-3AD203B41FA5}">
                      <a16:colId xmlns:a16="http://schemas.microsoft.com/office/drawing/2014/main" val="2289471454"/>
                    </a:ext>
                  </a:extLst>
                </a:gridCol>
                <a:gridCol w="489699">
                  <a:extLst>
                    <a:ext uri="{9D8B030D-6E8A-4147-A177-3AD203B41FA5}">
                      <a16:colId xmlns:a16="http://schemas.microsoft.com/office/drawing/2014/main" val="4201809728"/>
                    </a:ext>
                  </a:extLst>
                </a:gridCol>
                <a:gridCol w="489699">
                  <a:extLst>
                    <a:ext uri="{9D8B030D-6E8A-4147-A177-3AD203B41FA5}">
                      <a16:colId xmlns:a16="http://schemas.microsoft.com/office/drawing/2014/main" val="3598777344"/>
                    </a:ext>
                  </a:extLst>
                </a:gridCol>
                <a:gridCol w="489699">
                  <a:extLst>
                    <a:ext uri="{9D8B030D-6E8A-4147-A177-3AD203B41FA5}">
                      <a16:colId xmlns:a16="http://schemas.microsoft.com/office/drawing/2014/main" val="2872347204"/>
                    </a:ext>
                  </a:extLst>
                </a:gridCol>
                <a:gridCol w="489699">
                  <a:extLst>
                    <a:ext uri="{9D8B030D-6E8A-4147-A177-3AD203B41FA5}">
                      <a16:colId xmlns:a16="http://schemas.microsoft.com/office/drawing/2014/main" val="2150693783"/>
                    </a:ext>
                  </a:extLst>
                </a:gridCol>
              </a:tblGrid>
              <a:tr h="311499">
                <a:tc gridSpan="1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At%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677085"/>
                  </a:ext>
                </a:extLst>
              </a:tr>
              <a:tr h="31316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Spectrum Label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C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O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Mg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Si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P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Ti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Cr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Mn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Fe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Cu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8092560"/>
                  </a:ext>
                </a:extLst>
              </a:tr>
              <a:tr h="31316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Spectrum 5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56.76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26.56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 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3.26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13.43</a:t>
                      </a:r>
                      <a:endParaRPr lang="ko-KR" sz="1000" b="1">
                        <a:effectLst/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8042713"/>
                  </a:ext>
                </a:extLst>
              </a:tr>
            </a:tbl>
          </a:graphicData>
        </a:graphic>
      </p:graphicFrame>
      <p:pic>
        <p:nvPicPr>
          <p:cNvPr id="13" name="Picture 1">
            <a:extLst>
              <a:ext uri="{FF2B5EF4-FFF2-40B4-BE49-F238E27FC236}">
                <a16:creationId xmlns:a16="http://schemas.microsoft.com/office/drawing/2014/main" id="{7ABEB096-6DBE-478B-AAC3-036DA5959F13}"/>
              </a:ext>
            </a:extLst>
          </p:cNvPr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2637" y="4069728"/>
            <a:ext cx="8340725" cy="24708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EE9358C7-2840-4C9E-AB4C-DF2FCF339BB2}"/>
              </a:ext>
            </a:extLst>
          </p:cNvPr>
          <p:cNvSpPr/>
          <p:nvPr/>
        </p:nvSpPr>
        <p:spPr>
          <a:xfrm>
            <a:off x="78970" y="708711"/>
            <a:ext cx="9748060" cy="414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1600" b="1">
                <a:solidFill>
                  <a:srgbClr val="006699"/>
                </a:solidFill>
                <a:latin typeface="맑은 고딕" pitchFamily="50" charset="-127"/>
              </a:rPr>
              <a:t>■</a:t>
            </a:r>
            <a:r>
              <a:rPr lang="en-US" altLang="ko-KR" sz="1600" b="1">
                <a:latin typeface="+mn-ea"/>
              </a:rPr>
              <a:t> STEM EDS</a:t>
            </a:r>
            <a:r>
              <a:rPr lang="ko-KR" altLang="en-US" sz="1600" b="1">
                <a:latin typeface="+mn-ea"/>
              </a:rPr>
              <a:t> 분석결과 </a:t>
            </a:r>
            <a:r>
              <a:rPr lang="en-US" altLang="ko-KR" sz="1600" b="1">
                <a:latin typeface="+mn-ea"/>
              </a:rPr>
              <a:t>: [0973 Point] –Spectrum5</a:t>
            </a:r>
            <a:endParaRPr lang="en-US" altLang="ko-KR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200849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657E3CA8-3E52-4710-862D-3EB34057568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76096" y="1106720"/>
          <a:ext cx="8553808" cy="5562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8452">
                  <a:extLst>
                    <a:ext uri="{9D8B030D-6E8A-4147-A177-3AD203B41FA5}">
                      <a16:colId xmlns:a16="http://schemas.microsoft.com/office/drawing/2014/main" val="3263252206"/>
                    </a:ext>
                  </a:extLst>
                </a:gridCol>
                <a:gridCol w="2138452">
                  <a:extLst>
                    <a:ext uri="{9D8B030D-6E8A-4147-A177-3AD203B41FA5}">
                      <a16:colId xmlns:a16="http://schemas.microsoft.com/office/drawing/2014/main" val="625096244"/>
                    </a:ext>
                  </a:extLst>
                </a:gridCol>
                <a:gridCol w="2138452">
                  <a:extLst>
                    <a:ext uri="{9D8B030D-6E8A-4147-A177-3AD203B41FA5}">
                      <a16:colId xmlns:a16="http://schemas.microsoft.com/office/drawing/2014/main" val="3681286489"/>
                    </a:ext>
                  </a:extLst>
                </a:gridCol>
                <a:gridCol w="2138452">
                  <a:extLst>
                    <a:ext uri="{9D8B030D-6E8A-4147-A177-3AD203B41FA5}">
                      <a16:colId xmlns:a16="http://schemas.microsoft.com/office/drawing/2014/main" val="3309792354"/>
                    </a:ext>
                  </a:extLst>
                </a:gridCol>
              </a:tblGrid>
              <a:tr h="185421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9529435"/>
                  </a:ext>
                </a:extLst>
              </a:tr>
              <a:tr h="1854213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7893088"/>
                  </a:ext>
                </a:extLst>
              </a:tr>
              <a:tr h="185421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9007781"/>
                  </a:ext>
                </a:extLst>
              </a:tr>
            </a:tbl>
          </a:graphicData>
        </a:graphic>
      </p:graphicFrame>
      <p:sp>
        <p:nvSpPr>
          <p:cNvPr id="16" name="직사각형 15"/>
          <p:cNvSpPr/>
          <p:nvPr/>
        </p:nvSpPr>
        <p:spPr>
          <a:xfrm>
            <a:off x="83294" y="692696"/>
            <a:ext cx="9748060" cy="414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1600" b="1">
                <a:solidFill>
                  <a:srgbClr val="006699"/>
                </a:solidFill>
                <a:latin typeface="맑은 고딕" pitchFamily="50" charset="-127"/>
              </a:rPr>
              <a:t>■</a:t>
            </a:r>
            <a:r>
              <a:rPr lang="en-US" altLang="ko-KR" sz="1600" b="1">
                <a:latin typeface="+mn-ea"/>
              </a:rPr>
              <a:t> TEM</a:t>
            </a:r>
            <a:r>
              <a:rPr lang="ko-KR" altLang="en-US" sz="1600" b="1">
                <a:latin typeface="+mn-ea"/>
              </a:rPr>
              <a:t> </a:t>
            </a:r>
            <a:r>
              <a:rPr lang="ko-KR" altLang="en-US" sz="1600" b="1" dirty="0" err="1">
                <a:latin typeface="+mn-ea"/>
              </a:rPr>
              <a:t>코팅층</a:t>
            </a:r>
            <a:r>
              <a:rPr lang="ko-KR" altLang="en-US" sz="1600" b="1" dirty="0">
                <a:latin typeface="+mn-ea"/>
              </a:rPr>
              <a:t> 두께</a:t>
            </a:r>
            <a:r>
              <a:rPr lang="en-US" altLang="ko-KR" sz="1600" b="1" dirty="0">
                <a:latin typeface="+mn-ea"/>
              </a:rPr>
              <a:t> </a:t>
            </a:r>
            <a:r>
              <a:rPr lang="ko-KR" altLang="en-US" sz="1600" b="1" dirty="0">
                <a:latin typeface="+mn-ea"/>
              </a:rPr>
              <a:t>분석 결과 </a:t>
            </a:r>
            <a:r>
              <a:rPr lang="en-US" altLang="ko-KR" sz="1600" b="1">
                <a:latin typeface="+mn-ea"/>
              </a:rPr>
              <a:t>: [</a:t>
            </a:r>
            <a:r>
              <a:rPr lang="ko-KR" altLang="en-US" sz="1600" b="1">
                <a:latin typeface="+mn-ea"/>
              </a:rPr>
              <a:t>시편명</a:t>
            </a:r>
            <a:r>
              <a:rPr lang="en-US" altLang="ko-KR" sz="1600" b="1">
                <a:latin typeface="+mn-ea"/>
              </a:rPr>
              <a:t>]</a:t>
            </a:r>
            <a:endParaRPr lang="en-US" altLang="ko-KR" sz="1600" b="1" dirty="0">
              <a:solidFill>
                <a:srgbClr val="00B050"/>
              </a:solidFill>
              <a:latin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6BE5530-F42B-47B0-83A1-6C5F92B8A8F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628" y="1168938"/>
            <a:ext cx="1728000" cy="17280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6DF03D7-AE7C-497A-B912-7A53E26CFE4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9851" y="1173025"/>
            <a:ext cx="1728000" cy="1728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435D42C-F92C-48EC-9966-95FE74757B8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6341" y="1186147"/>
            <a:ext cx="1728000" cy="1728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65970AF-1A0F-4E6D-89EC-73892C45021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9264" y="1190157"/>
            <a:ext cx="1728000" cy="17280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16C3914-7D3D-481C-BCD3-466804028DB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935" y="3024039"/>
            <a:ext cx="1728000" cy="172800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CE86135A-A815-4905-9DB6-2119AE95FC8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4183" y="3028747"/>
            <a:ext cx="1728000" cy="17280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AB19754-BFE5-4940-B87D-E091D512B85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9024" y="3024039"/>
            <a:ext cx="1728000" cy="1728000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83219906-DDF6-4245-96B6-74980C374679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3369" y="3011012"/>
            <a:ext cx="1728000" cy="1728000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E68315FD-9FB5-4CB9-984B-AB1E1B8E24BB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279" y="4879140"/>
            <a:ext cx="1728000" cy="1728000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AE6B649A-2846-4567-BFBA-95090F0A1824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1594" y="4887280"/>
            <a:ext cx="1728000" cy="1728000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8D1B8738-0B49-4CBC-A482-057A3241EA49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6341" y="4878029"/>
            <a:ext cx="1728000" cy="1728000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392CD3DD-E728-4D60-AE14-1B82E85A4244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4577" y="4857331"/>
            <a:ext cx="1728000" cy="1728000"/>
          </a:xfrm>
          <a:prstGeom prst="rect">
            <a:avLst/>
          </a:prstGeom>
        </p:spPr>
      </p:pic>
      <p:sp>
        <p:nvSpPr>
          <p:cNvPr id="17" name="제목 1">
            <a:extLst>
              <a:ext uri="{FF2B5EF4-FFF2-40B4-BE49-F238E27FC236}">
                <a16:creationId xmlns:a16="http://schemas.microsoft.com/office/drawing/2014/main" id="{AA44C8C6-2883-4326-A40A-FAC61E0CA457}"/>
              </a:ext>
            </a:extLst>
          </p:cNvPr>
          <p:cNvSpPr txBox="1">
            <a:spLocks/>
          </p:cNvSpPr>
          <p:nvPr/>
        </p:nvSpPr>
        <p:spPr>
          <a:xfrm>
            <a:off x="46343" y="132838"/>
            <a:ext cx="19239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TEM </a:t>
            </a:r>
            <a:r>
              <a:rPr lang="ko-KR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분석 결과</a:t>
            </a:r>
            <a:endParaRPr lang="ko-KR" alt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869274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657E3CA8-3E52-4710-862D-3EB34057568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76096" y="1106720"/>
          <a:ext cx="6415356" cy="5562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8452">
                  <a:extLst>
                    <a:ext uri="{9D8B030D-6E8A-4147-A177-3AD203B41FA5}">
                      <a16:colId xmlns:a16="http://schemas.microsoft.com/office/drawing/2014/main" val="3263252206"/>
                    </a:ext>
                  </a:extLst>
                </a:gridCol>
                <a:gridCol w="2138452">
                  <a:extLst>
                    <a:ext uri="{9D8B030D-6E8A-4147-A177-3AD203B41FA5}">
                      <a16:colId xmlns:a16="http://schemas.microsoft.com/office/drawing/2014/main" val="625096244"/>
                    </a:ext>
                  </a:extLst>
                </a:gridCol>
                <a:gridCol w="2138452">
                  <a:extLst>
                    <a:ext uri="{9D8B030D-6E8A-4147-A177-3AD203B41FA5}">
                      <a16:colId xmlns:a16="http://schemas.microsoft.com/office/drawing/2014/main" val="3681286489"/>
                    </a:ext>
                  </a:extLst>
                </a:gridCol>
              </a:tblGrid>
              <a:tr h="185421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9529435"/>
                  </a:ext>
                </a:extLst>
              </a:tr>
              <a:tr h="1854213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7893088"/>
                  </a:ext>
                </a:extLst>
              </a:tr>
              <a:tr h="185421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9007781"/>
                  </a:ext>
                </a:extLst>
              </a:tr>
            </a:tbl>
          </a:graphicData>
        </a:graphic>
      </p:graphicFrame>
      <p:graphicFrame>
        <p:nvGraphicFramePr>
          <p:cNvPr id="39" name="표 38">
            <a:extLst>
              <a:ext uri="{FF2B5EF4-FFF2-40B4-BE49-F238E27FC236}">
                <a16:creationId xmlns:a16="http://schemas.microsoft.com/office/drawing/2014/main" id="{AFEC04D9-8578-4DC9-9B90-2B61A0AF1E01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7328150" y="1106720"/>
          <a:ext cx="2160000" cy="5279029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2477556753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254143603"/>
                    </a:ext>
                  </a:extLst>
                </a:gridCol>
              </a:tblGrid>
              <a:tr h="229523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측정개소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두께</a:t>
                      </a: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3449880"/>
                  </a:ext>
                </a:extLst>
              </a:tr>
              <a:tr h="22952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0.77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2165593"/>
                  </a:ext>
                </a:extLst>
              </a:tr>
              <a:tr h="22952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7745154"/>
                  </a:ext>
                </a:extLst>
              </a:tr>
              <a:tr h="22952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5302369"/>
                  </a:ext>
                </a:extLst>
              </a:tr>
              <a:tr h="22952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4231955"/>
                  </a:ext>
                </a:extLst>
              </a:tr>
              <a:tr h="22952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0237638"/>
                  </a:ext>
                </a:extLst>
              </a:tr>
              <a:tr h="22952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2770204"/>
                  </a:ext>
                </a:extLst>
              </a:tr>
              <a:tr h="22952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0.70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9040003"/>
                  </a:ext>
                </a:extLst>
              </a:tr>
              <a:tr h="22952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0.74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7791679"/>
                  </a:ext>
                </a:extLst>
              </a:tr>
              <a:tr h="22952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5069568"/>
                  </a:ext>
                </a:extLst>
              </a:tr>
              <a:tr h="22952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7094233"/>
                  </a:ext>
                </a:extLst>
              </a:tr>
              <a:tr h="22952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0.70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4115181"/>
                  </a:ext>
                </a:extLst>
              </a:tr>
              <a:tr h="22952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2308877"/>
                  </a:ext>
                </a:extLst>
              </a:tr>
              <a:tr h="22952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3729180"/>
                  </a:ext>
                </a:extLst>
              </a:tr>
              <a:tr h="22952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1.42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6223684"/>
                  </a:ext>
                </a:extLst>
              </a:tr>
              <a:tr h="22952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0.79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4950269"/>
                  </a:ext>
                </a:extLst>
              </a:tr>
              <a:tr h="22952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7058852"/>
                  </a:ext>
                </a:extLst>
              </a:tr>
              <a:tr h="22952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0968895"/>
                  </a:ext>
                </a:extLst>
              </a:tr>
              <a:tr h="22952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116705"/>
                  </a:ext>
                </a:extLst>
              </a:tr>
              <a:tr h="22952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</a:t>
                      </a: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0.88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0999426"/>
                  </a:ext>
                </a:extLst>
              </a:tr>
              <a:tr h="22952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1.69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549595"/>
                  </a:ext>
                </a:extLst>
              </a:tr>
              <a:tr h="459046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</a:t>
                      </a:r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nm)</a:t>
                      </a: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0.86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0039541"/>
                  </a:ext>
                </a:extLst>
              </a:tr>
            </a:tbl>
          </a:graphicData>
        </a:graphic>
      </p:graphicFrame>
      <p:pic>
        <p:nvPicPr>
          <p:cNvPr id="14" name="그림 13">
            <a:extLst>
              <a:ext uri="{FF2B5EF4-FFF2-40B4-BE49-F238E27FC236}">
                <a16:creationId xmlns:a16="http://schemas.microsoft.com/office/drawing/2014/main" id="{5C6CD56A-E03B-4775-BD3E-AFAD312B677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133" y="1166722"/>
            <a:ext cx="1728000" cy="172800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FA0BAFD1-AC3A-42C3-AB21-45BC41037FD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9774" y="1161035"/>
            <a:ext cx="1728000" cy="17280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B8723B75-3876-4B19-A224-812F7B5B29E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4218" y="1179261"/>
            <a:ext cx="1728000" cy="172800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22D4F9E5-C41A-4002-A31C-4E8E976A1ED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133" y="2998038"/>
            <a:ext cx="1728000" cy="172800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01D62508-2899-4C18-8E5C-B4578AD7AF9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9774" y="3024039"/>
            <a:ext cx="1728000" cy="1728000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63A6B604-4C8D-4FC8-A4D5-400D59B9322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9024" y="3017470"/>
            <a:ext cx="1728000" cy="1728000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821E1D95-84C9-4CF4-BFFB-5359B138879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552" y="4887280"/>
            <a:ext cx="1728000" cy="172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949CE539-F596-499B-B87F-72207F4DB2C9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2762" y="4877787"/>
            <a:ext cx="1728000" cy="1728000"/>
          </a:xfrm>
          <a:prstGeom prst="rect">
            <a:avLst/>
          </a:prstGeom>
        </p:spPr>
      </p:pic>
      <p:sp>
        <p:nvSpPr>
          <p:cNvPr id="17" name="제목 1">
            <a:extLst>
              <a:ext uri="{FF2B5EF4-FFF2-40B4-BE49-F238E27FC236}">
                <a16:creationId xmlns:a16="http://schemas.microsoft.com/office/drawing/2014/main" id="{E624B39B-B75C-4D45-AFF8-A4E473FD8261}"/>
              </a:ext>
            </a:extLst>
          </p:cNvPr>
          <p:cNvSpPr txBox="1">
            <a:spLocks/>
          </p:cNvSpPr>
          <p:nvPr/>
        </p:nvSpPr>
        <p:spPr>
          <a:xfrm>
            <a:off x="46343" y="132838"/>
            <a:ext cx="19239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TEM </a:t>
            </a:r>
            <a:r>
              <a:rPr lang="ko-KR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분석 결과</a:t>
            </a:r>
            <a:endParaRPr lang="ko-KR" alt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9BF80EE-1484-414D-8789-B6D5EE4931FC}"/>
              </a:ext>
            </a:extLst>
          </p:cNvPr>
          <p:cNvSpPr/>
          <p:nvPr/>
        </p:nvSpPr>
        <p:spPr>
          <a:xfrm>
            <a:off x="83294" y="692696"/>
            <a:ext cx="9748060" cy="414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1600" b="1">
                <a:solidFill>
                  <a:srgbClr val="006699"/>
                </a:solidFill>
                <a:latin typeface="맑은 고딕" pitchFamily="50" charset="-127"/>
              </a:rPr>
              <a:t>■</a:t>
            </a:r>
            <a:r>
              <a:rPr lang="en-US" altLang="ko-KR" sz="1600" b="1">
                <a:latin typeface="+mn-ea"/>
              </a:rPr>
              <a:t> TEM</a:t>
            </a:r>
            <a:r>
              <a:rPr lang="ko-KR" altLang="en-US" sz="1600" b="1">
                <a:latin typeface="+mn-ea"/>
              </a:rPr>
              <a:t> </a:t>
            </a:r>
            <a:r>
              <a:rPr lang="ko-KR" altLang="en-US" sz="1600" b="1" dirty="0" err="1">
                <a:latin typeface="+mn-ea"/>
              </a:rPr>
              <a:t>코팅층</a:t>
            </a:r>
            <a:r>
              <a:rPr lang="ko-KR" altLang="en-US" sz="1600" b="1" dirty="0">
                <a:latin typeface="+mn-ea"/>
              </a:rPr>
              <a:t> 두께</a:t>
            </a:r>
            <a:r>
              <a:rPr lang="en-US" altLang="ko-KR" sz="1600" b="1" dirty="0">
                <a:latin typeface="+mn-ea"/>
              </a:rPr>
              <a:t> </a:t>
            </a:r>
            <a:r>
              <a:rPr lang="ko-KR" altLang="en-US" sz="1600" b="1" dirty="0">
                <a:latin typeface="+mn-ea"/>
              </a:rPr>
              <a:t>분석 결과 </a:t>
            </a:r>
            <a:r>
              <a:rPr lang="en-US" altLang="ko-KR" sz="1600" b="1">
                <a:latin typeface="+mn-ea"/>
              </a:rPr>
              <a:t>: [</a:t>
            </a:r>
            <a:r>
              <a:rPr lang="ko-KR" altLang="en-US" sz="1600" b="1">
                <a:latin typeface="+mn-ea"/>
              </a:rPr>
              <a:t>시편명</a:t>
            </a:r>
            <a:r>
              <a:rPr lang="en-US" altLang="ko-KR" sz="1600" b="1">
                <a:latin typeface="+mn-ea"/>
              </a:rPr>
              <a:t>]</a:t>
            </a:r>
            <a:endParaRPr lang="en-US" altLang="ko-KR" sz="1600" b="1" dirty="0">
              <a:solidFill>
                <a:srgbClr val="00B05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43438260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 Theme" id="{1C406C30-685F-4132-9A26-55964B5B5B01}" vid="{E518DA7B-1320-4EFF-98A5-E9BC59A80662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99533</TotalTime>
  <Words>918</Words>
  <Application>Microsoft Office PowerPoint</Application>
  <PresentationFormat>A4 용지(210x297mm)</PresentationFormat>
  <Paragraphs>524</Paragraphs>
  <Slides>21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6" baseType="lpstr">
      <vt:lpstr>맑은 고딕</vt:lpstr>
      <vt:lpstr>Arial</vt:lpstr>
      <vt:lpstr>Calibri</vt:lpstr>
      <vt:lpstr>Times New Roman</vt:lpstr>
      <vt:lpstr>Default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POSCO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poscouser</dc:creator>
  <cp:lastModifiedBy>RIST</cp:lastModifiedBy>
  <cp:revision>11544</cp:revision>
  <cp:lastPrinted>2025-05-27T07:59:20Z</cp:lastPrinted>
  <dcterms:created xsi:type="dcterms:W3CDTF">2010-12-05T08:50:26Z</dcterms:created>
  <dcterms:modified xsi:type="dcterms:W3CDTF">2026-07-08T06:52:03Z</dcterms:modified>
</cp:coreProperties>
</file>